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BDC"/>
    <a:srgbClr val="FFFADC"/>
    <a:srgbClr val="DCFFE6"/>
    <a:srgbClr val="FFFFFF"/>
    <a:srgbClr val="FF7474"/>
    <a:srgbClr val="FFC6C6"/>
    <a:srgbClr val="4682B4"/>
    <a:srgbClr val="DCE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2026/02/05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231F2443-310D-AB25-CE15-61D155D4F03F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0"/>
            <a:chExt cx="11790381" cy="5595583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0"/>
              <a:ext cx="11790381" cy="559558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908259"/>
              <a:ext cx="11421876" cy="6087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F8F41CDD-8AD1-8E56-9CAF-C966EA5D8630}"/>
                    </a:ext>
                  </a:extLst>
                </p:cNvPr>
                <p:cNvSpPr txBox="1"/>
                <p:nvPr/>
              </p:nvSpPr>
              <p:spPr>
                <a:xfrm>
                  <a:off x="3270459" y="925881"/>
                  <a:ext cx="5716057" cy="573494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三位混合参数空间分解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业务流量特征</a:t>
                  </a:r>
                  <a14:m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CN" altLang="en-US" sz="1400" i="1">
                          <a:latin typeface="Cambria Math" panose="02040503050406030204" pitchFamily="18" charset="0"/>
                        </a:rPr>
                        <m:t>协议</m:t>
                      </m:r>
                    </m:oMath>
                  </a14:m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专属参数</a:t>
                  </a: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F8F41CDD-8AD1-8E56-9CAF-C966EA5D86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0459" y="925881"/>
                  <a:ext cx="5716057" cy="573494"/>
                </a:xfrm>
                <a:prstGeom prst="rect">
                  <a:avLst/>
                </a:prstGeom>
                <a:blipFill>
                  <a:blip r:embed="rId3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516997"/>
              <a:ext cx="0" cy="3538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926656"/>
              <a:ext cx="3266245" cy="47737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877235"/>
              <a:ext cx="3327742" cy="57349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4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400">
                  <a:latin typeface="Times New Roman" panose="02020603050405020304" pitchFamily="18" charset="0"/>
                  <a:ea typeface="宋体" panose="02010600030101010101" pitchFamily="2" charset="-122"/>
                </a:rPr>
                <a:t>流量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到达类型：</a:t>
              </a:r>
              <a:r>
                <a:rPr lang="en-US" altLang="zh-CN" sz="140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926655"/>
              <a:ext cx="3266245" cy="47737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870839"/>
                  <a:ext cx="3327742" cy="58628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4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870839"/>
                  <a:ext cx="3327742" cy="586285"/>
                </a:xfrm>
                <a:prstGeom prst="rect">
                  <a:avLst/>
                </a:prstGeom>
                <a:blipFill>
                  <a:blip r:embed="rId4"/>
                  <a:stretch>
                    <a:fillRect t="-2222" b="-777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901225"/>
              <a:ext cx="3266245" cy="47737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841227"/>
                  <a:ext cx="3327742" cy="59464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40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协议参数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4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841227"/>
                  <a:ext cx="3327742" cy="594649"/>
                </a:xfrm>
                <a:prstGeom prst="rect">
                  <a:avLst/>
                </a:prstGeom>
                <a:blipFill>
                  <a:blip r:embed="rId5"/>
                  <a:stretch>
                    <a:fillRect t="-1087" b="-32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755568"/>
              <a:ext cx="3266246" cy="2161210"/>
            </a:xfrm>
            <a:prstGeom prst="rect">
              <a:avLst/>
            </a:prstGeom>
            <a:solidFill>
              <a:srgbClr val="FFC6C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3104708"/>
              <a:ext cx="3201762" cy="145060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4C545FAD-BD84-F350-6262-248D2E7D3D2D}"/>
                </a:ext>
              </a:extLst>
            </p:cNvPr>
            <p:cNvGrpSpPr/>
            <p:nvPr/>
          </p:nvGrpSpPr>
          <p:grpSpPr>
            <a:xfrm>
              <a:off x="4496504" y="2755568"/>
              <a:ext cx="7342920" cy="989481"/>
              <a:chOff x="10041208" y="3127023"/>
              <a:chExt cx="1220992" cy="797619"/>
            </a:xfrm>
          </p:grpSpPr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DA0FAF06-94EE-0621-9DEB-7546AB4A129A}"/>
                  </a:ext>
                </a:extLst>
              </p:cNvPr>
              <p:cNvSpPr/>
              <p:nvPr/>
            </p:nvSpPr>
            <p:spPr>
              <a:xfrm>
                <a:off x="10041208" y="3127023"/>
                <a:ext cx="1220992" cy="28056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一阶段采样</a:t>
                </a: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04D3CE2-C8C6-2AA0-1B45-58572AA1BF9F}"/>
                  </a:ext>
                </a:extLst>
              </p:cNvPr>
              <p:cNvSpPr/>
              <p:nvPr/>
            </p:nvSpPr>
            <p:spPr>
              <a:xfrm>
                <a:off x="10041208" y="3407592"/>
                <a:ext cx="1220992" cy="5170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单一粒度均匀网格采样，快速获取性能曲线轮廓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56580D02-DA21-4574-C9BE-1743765E0A33}"/>
                </a:ext>
              </a:extLst>
            </p:cNvPr>
            <p:cNvGrpSpPr/>
            <p:nvPr/>
          </p:nvGrpSpPr>
          <p:grpSpPr>
            <a:xfrm>
              <a:off x="4496504" y="3964389"/>
              <a:ext cx="7342920" cy="952389"/>
              <a:chOff x="10041208" y="3156923"/>
              <a:chExt cx="1220992" cy="767719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10041208" y="3156923"/>
                <a:ext cx="1220992" cy="250669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EC0E218-FC4F-8249-4726-54E888AACFA4}"/>
                  </a:ext>
                </a:extLst>
              </p:cNvPr>
              <p:cNvSpPr/>
              <p:nvPr/>
            </p:nvSpPr>
            <p:spPr>
              <a:xfrm>
                <a:off x="10041208" y="3407592"/>
                <a:ext cx="1220992" cy="5170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关键区间加密采样以增强细粒度变化</a:t>
                </a:r>
              </a:p>
            </p:txBody>
          </p:sp>
        </p:grp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4E2DC232-768F-C0D9-E364-6BB96334A480}"/>
                </a:ext>
              </a:extLst>
            </p:cNvPr>
            <p:cNvCxnSpPr>
              <a:stCxn id="38" idx="2"/>
              <a:endCxn id="43" idx="0"/>
            </p:cNvCxnSpPr>
            <p:nvPr/>
          </p:nvCxnSpPr>
          <p:spPr>
            <a:xfrm>
              <a:off x="8167964" y="3745049"/>
              <a:ext cx="0" cy="2193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457125"/>
              <a:ext cx="0" cy="2984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435877"/>
              <a:ext cx="0" cy="31969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450729"/>
              <a:ext cx="1140" cy="3048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516997"/>
              <a:ext cx="0" cy="360238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516997"/>
              <a:ext cx="0" cy="32423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233296" y="399652"/>
              <a:ext cx="3235451" cy="43855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</a:t>
              </a: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4E2B7A6-3B5F-8F3C-1B03-CE8810C8031A}"/>
                </a:ext>
              </a:extLst>
            </p:cNvPr>
            <p:cNvSpPr/>
            <p:nvPr/>
          </p:nvSpPr>
          <p:spPr>
            <a:xfrm>
              <a:off x="449437" y="5315779"/>
              <a:ext cx="11262813" cy="515444"/>
            </a:xfrm>
            <a:prstGeom prst="rect">
              <a:avLst/>
            </a:prstGeom>
            <a:solidFill>
              <a:srgbClr val="FF747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组装特征和标签，形成完整监督学习数据集</a:t>
              </a:r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916778"/>
              <a:ext cx="1141" cy="399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916778"/>
              <a:ext cx="0" cy="399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sz="105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2361</TotalTime>
  <Words>303</Words>
  <Application>Microsoft Office PowerPoint</Application>
  <PresentationFormat>宽屏</PresentationFormat>
  <Paragraphs>93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Z</cp:lastModifiedBy>
  <cp:revision>82</cp:revision>
  <dcterms:created xsi:type="dcterms:W3CDTF">2026-01-14T02:59:18Z</dcterms:created>
  <dcterms:modified xsi:type="dcterms:W3CDTF">2026-02-05T04:26:19Z</dcterms:modified>
</cp:coreProperties>
</file>