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7" r:id="rId2"/>
    <p:sldId id="258" r:id="rId3"/>
    <p:sldId id="259" r:id="rId4"/>
    <p:sldId id="269" r:id="rId5"/>
    <p:sldId id="260" r:id="rId6"/>
    <p:sldId id="268" r:id="rId7"/>
    <p:sldId id="263" r:id="rId8"/>
    <p:sldId id="264" r:id="rId9"/>
    <p:sldId id="265" r:id="rId10"/>
    <p:sldId id="266" r:id="rId11"/>
    <p:sldId id="267" r:id="rId12"/>
    <p:sldId id="270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D"/>
    <a:srgbClr val="FFFFFF"/>
    <a:srgbClr val="ECFDF5"/>
    <a:srgbClr val="F3E3D6"/>
    <a:srgbClr val="29B95C"/>
    <a:srgbClr val="DCEBFF"/>
    <a:srgbClr val="F3ECCB"/>
    <a:srgbClr val="DDEFDF"/>
    <a:srgbClr val="7B8794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68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72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0721-6276-657C-A48E-137A2A9A7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37D3D7-6384-BF77-B909-932DD0A543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72E239-78E9-6F30-6CEA-3CF35C61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F0345C-5B28-D6A1-1A02-C101DF017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5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2026/03/16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0.png"/><Relationship Id="rId4" Type="http://schemas.openxmlformats.org/officeDocument/2006/relationships/image" Target="../media/image26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43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26" Type="http://schemas.openxmlformats.org/officeDocument/2006/relationships/image" Target="../media/image68.png"/><Relationship Id="rId3" Type="http://schemas.openxmlformats.org/officeDocument/2006/relationships/image" Target="../media/image45.png"/><Relationship Id="rId21" Type="http://schemas.openxmlformats.org/officeDocument/2006/relationships/image" Target="../media/image63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5" Type="http://schemas.openxmlformats.org/officeDocument/2006/relationships/image" Target="../media/image67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24" Type="http://schemas.openxmlformats.org/officeDocument/2006/relationships/image" Target="../media/image66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5.png"/><Relationship Id="rId28" Type="http://schemas.openxmlformats.org/officeDocument/2006/relationships/image" Target="../media/image70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Relationship Id="rId22" Type="http://schemas.openxmlformats.org/officeDocument/2006/relationships/image" Target="../media/image64.png"/><Relationship Id="rId27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组合 74">
            <a:extLst>
              <a:ext uri="{FF2B5EF4-FFF2-40B4-BE49-F238E27FC236}">
                <a16:creationId xmlns:a16="http://schemas.microsoft.com/office/drawing/2014/main" id="{FFB5C3E2-469D-875B-435B-DD74815EE9B6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304268" y="278751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27976" y="274031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304268" y="2787512"/>
              <a:ext cx="11255072" cy="1305973"/>
              <a:chOff x="304268" y="2787512"/>
              <a:chExt cx="11255072" cy="13059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i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</a:rPr>
                            <m:t>S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999077"/>
                <a:chOff x="4489559" y="2221387"/>
                <a:chExt cx="2068616" cy="999077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S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构建仿真器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/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代理模型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B3BE2BE5-C467-31EE-07C1-61D5A7478806}"/>
                </a:ext>
              </a:extLst>
            </p:cNvPr>
            <p:cNvGrpSpPr/>
            <p:nvPr/>
          </p:nvGrpSpPr>
          <p:grpSpPr>
            <a:xfrm>
              <a:off x="4031668" y="4131185"/>
              <a:ext cx="3800273" cy="1195615"/>
              <a:chOff x="3821866" y="4557905"/>
              <a:chExt cx="3800273" cy="1195615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201CC16-C720-5420-96AF-3C326BF9F98E}"/>
                  </a:ext>
                </a:extLst>
              </p:cNvPr>
              <p:cNvGrpSpPr/>
              <p:nvPr/>
            </p:nvGrpSpPr>
            <p:grpSpPr>
              <a:xfrm>
                <a:off x="4102003" y="4557905"/>
                <a:ext cx="3240000" cy="720000"/>
                <a:chOff x="3159266" y="5077734"/>
                <a:chExt cx="3240000" cy="720000"/>
              </a:xfrm>
            </p:grpSpPr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B7ADD4A7-EF14-8945-045C-BC38ACEC7E8B}"/>
                    </a:ext>
                  </a:extLst>
                </p:cNvPr>
                <p:cNvSpPr/>
                <p:nvPr/>
              </p:nvSpPr>
              <p:spPr>
                <a:xfrm>
                  <a:off x="3159266" y="5077734"/>
                  <a:ext cx="3240000" cy="720000"/>
                </a:xfrm>
                <a:prstGeom prst="rect">
                  <a:avLst/>
                </a:prstGeom>
                <a:solidFill>
                  <a:srgbClr val="4682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proto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arg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zh-CN" altLang="en-US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func>
                          </m:oMath>
                        </m:oMathPara>
                      </a14:m>
                      <a:endParaRPr lang="en-US" altLang="zh-CN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endParaRPr>
                    </a:p>
                    <a:p>
                      <a:pPr algn="ctr"/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proto</m:t>
                              </m:r>
                            </m:sub>
                            <m:sup>
                              <m: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=[</m:t>
                          </m:r>
                          <m:sSup>
                            <m:s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  <m:sup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a14:m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AAC7C90-C68E-7779-BF95-D080DDAEBFE8}"/>
                  </a:ext>
                </a:extLst>
              </p:cNvPr>
              <p:cNvSpPr txBox="1"/>
              <p:nvPr/>
            </p:nvSpPr>
            <p:spPr>
              <a:xfrm>
                <a:off x="3821866" y="5384188"/>
                <a:ext cx="38002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ctr">
                  <a:defRPr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</a:lstStyle>
              <a:p>
                <a:r>
                  <a:rPr lang="zh-CN" altLang="en-US" dirty="0"/>
                  <a:t>选取最优协议与最优协议参数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8071-B9D1-7088-65ED-C3BAC3AD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6269B9A2-EFFF-6814-49DD-7DAF7B990346}"/>
              </a:ext>
            </a:extLst>
          </p:cNvPr>
          <p:cNvGrpSpPr/>
          <p:nvPr/>
        </p:nvGrpSpPr>
        <p:grpSpPr>
          <a:xfrm>
            <a:off x="270580" y="96382"/>
            <a:ext cx="11650841" cy="6665237"/>
            <a:chOff x="434567" y="103516"/>
            <a:chExt cx="11650841" cy="6665237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8FCD9E-F713-D5CB-A051-40026BFD196C}"/>
                </a:ext>
              </a:extLst>
            </p:cNvPr>
            <p:cNvSpPr/>
            <p:nvPr/>
          </p:nvSpPr>
          <p:spPr>
            <a:xfrm>
              <a:off x="3700388" y="104938"/>
              <a:ext cx="6317069" cy="6663815"/>
            </a:xfrm>
            <a:prstGeom prst="rect">
              <a:avLst/>
            </a:prstGeom>
            <a:solidFill>
              <a:srgbClr val="F3E3D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8994C78-6480-230B-0BFC-747CFDD10D2E}"/>
                </a:ext>
              </a:extLst>
            </p:cNvPr>
            <p:cNvSpPr/>
            <p:nvPr/>
          </p:nvSpPr>
          <p:spPr>
            <a:xfrm>
              <a:off x="477142" y="103516"/>
              <a:ext cx="3060271" cy="6650968"/>
            </a:xfrm>
            <a:prstGeom prst="rect">
              <a:avLst/>
            </a:prstGeom>
            <a:solidFill>
              <a:srgbClr val="DDEFDF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73D4AEA-ACC0-2945-236A-99ACFBF6E527}"/>
                </a:ext>
              </a:extLst>
            </p:cNvPr>
            <p:cNvGrpSpPr/>
            <p:nvPr/>
          </p:nvGrpSpPr>
          <p:grpSpPr>
            <a:xfrm>
              <a:off x="434567" y="3513653"/>
              <a:ext cx="1433744" cy="1820435"/>
              <a:chOff x="253731" y="3345505"/>
              <a:chExt cx="1181100" cy="148171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4E67E286-70E6-D013-57BF-763D9D1DD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1E8A057-9534-503E-3706-D85886397E00}"/>
                  </a:ext>
                </a:extLst>
              </p:cNvPr>
              <p:cNvSpPr txBox="1"/>
              <p:nvPr/>
            </p:nvSpPr>
            <p:spPr>
              <a:xfrm>
                <a:off x="386270" y="4526606"/>
                <a:ext cx="916022" cy="300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Dataset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25DA8D82-7B03-E360-6EF4-FFA4D1EB9733}"/>
                </a:ext>
              </a:extLst>
            </p:cNvPr>
            <p:cNvGrpSpPr/>
            <p:nvPr/>
          </p:nvGrpSpPr>
          <p:grpSpPr>
            <a:xfrm>
              <a:off x="1981736" y="2801377"/>
              <a:ext cx="1227096" cy="1839871"/>
              <a:chOff x="1952828" y="1951206"/>
              <a:chExt cx="1010866" cy="1497532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40A75B66-200C-EF27-A2EA-961128CE8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89FB096-BC7C-FDA6-1424-2A2EC54CE2AC}"/>
                  </a:ext>
                </a:extLst>
              </p:cNvPr>
              <p:cNvSpPr txBox="1"/>
              <p:nvPr/>
            </p:nvSpPr>
            <p:spPr>
              <a:xfrm>
                <a:off x="1952829" y="2922668"/>
                <a:ext cx="101086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Training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7804F3D-6941-974B-BFF7-9D1F37478BAD}"/>
                </a:ext>
              </a:extLst>
            </p:cNvPr>
            <p:cNvGrpSpPr/>
            <p:nvPr/>
          </p:nvGrpSpPr>
          <p:grpSpPr>
            <a:xfrm>
              <a:off x="1490171" y="4881492"/>
              <a:ext cx="2117652" cy="1887260"/>
              <a:chOff x="1551939" y="1951206"/>
              <a:chExt cx="1744495" cy="1536103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B4759A8F-104C-E9B4-9F1B-13C97709C7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5ED104E-A560-452C-B410-318CA2C9B636}"/>
                  </a:ext>
                </a:extLst>
              </p:cNvPr>
              <p:cNvSpPr txBox="1"/>
              <p:nvPr/>
            </p:nvSpPr>
            <p:spPr>
              <a:xfrm>
                <a:off x="1551939" y="2961239"/>
                <a:ext cx="174449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Validating Set &amp;</a:t>
                </a:r>
              </a:p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Testing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08CB9A1-2477-A2BC-EB33-8600DCDE7F87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1193520" y="3422353"/>
              <a:ext cx="788217" cy="745668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18FFDB4-5193-91EF-F111-F52E564E7A9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1479935" y="5005591"/>
              <a:ext cx="168381" cy="825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04090B2-6744-CA9F-EA29-5E2FA2A119D9}"/>
                </a:ext>
              </a:extLst>
            </p:cNvPr>
            <p:cNvSpPr txBox="1"/>
            <p:nvPr/>
          </p:nvSpPr>
          <p:spPr>
            <a:xfrm>
              <a:off x="477143" y="181694"/>
              <a:ext cx="2566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 Dataset Construction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E454FEAA-E26E-30DC-0BE3-88B18139E54F}"/>
                </a:ext>
              </a:extLst>
            </p:cNvPr>
            <p:cNvSpPr txBox="1"/>
            <p:nvPr/>
          </p:nvSpPr>
          <p:spPr>
            <a:xfrm>
              <a:off x="3768937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Training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A2D49DF-F3C8-AE6D-CBD2-9536FAEB2C04}"/>
                </a:ext>
              </a:extLst>
            </p:cNvPr>
            <p:cNvSpPr/>
            <p:nvPr/>
          </p:nvSpPr>
          <p:spPr>
            <a:xfrm>
              <a:off x="3920285" y="664907"/>
              <a:ext cx="5939238" cy="372917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/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Input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 and Obtain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with simulation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blipFill>
                  <a:blip r:embed="rId7"/>
                  <a:stretch>
                    <a:fillRect t="-10204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/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Assemble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to form dataset samples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blipFill>
                  <a:blip r:embed="rId8"/>
                  <a:stretch>
                    <a:fillRect l="-1887" t="-9184" r="-3538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箭头: 下 4">
              <a:extLst>
                <a:ext uri="{FF2B5EF4-FFF2-40B4-BE49-F238E27FC236}">
                  <a16:creationId xmlns:a16="http://schemas.microsoft.com/office/drawing/2014/main" id="{A5177F1E-4203-0C5E-D0D0-DC0FBE6A6C62}"/>
                </a:ext>
              </a:extLst>
            </p:cNvPr>
            <p:cNvSpPr/>
            <p:nvPr/>
          </p:nvSpPr>
          <p:spPr>
            <a:xfrm>
              <a:off x="1807939" y="1352651"/>
              <a:ext cx="281377" cy="318219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箭头: 下 20">
              <a:extLst>
                <a:ext uri="{FF2B5EF4-FFF2-40B4-BE49-F238E27FC236}">
                  <a16:creationId xmlns:a16="http://schemas.microsoft.com/office/drawing/2014/main" id="{5D84F090-E2CA-F72B-3614-78EA5EDB1A5D}"/>
                </a:ext>
              </a:extLst>
            </p:cNvPr>
            <p:cNvSpPr/>
            <p:nvPr/>
          </p:nvSpPr>
          <p:spPr>
            <a:xfrm>
              <a:off x="1807939" y="2267694"/>
              <a:ext cx="281377" cy="508105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E7DEB09-B7C9-6BF2-515E-32B47975BC84}"/>
                </a:ext>
              </a:extLst>
            </p:cNvPr>
            <p:cNvSpPr/>
            <p:nvPr/>
          </p:nvSpPr>
          <p:spPr>
            <a:xfrm>
              <a:off x="10191469" y="103516"/>
              <a:ext cx="1893939" cy="6632412"/>
            </a:xfrm>
            <a:prstGeom prst="rect">
              <a:avLst/>
            </a:prstGeom>
            <a:solidFill>
              <a:srgbClr val="F3ECCB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8B2D9A79-CF2F-B6D2-F73E-E3E17A66B34F}"/>
                </a:ext>
              </a:extLst>
            </p:cNvPr>
            <p:cNvGrpSpPr/>
            <p:nvPr/>
          </p:nvGrpSpPr>
          <p:grpSpPr>
            <a:xfrm>
              <a:off x="3920285" y="4665623"/>
              <a:ext cx="5939238" cy="1830560"/>
              <a:chOff x="4057729" y="7413196"/>
              <a:chExt cx="3708212" cy="1830560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56E7AC6-658E-D8AC-6A36-44B01F8E3BF0}"/>
                  </a:ext>
                </a:extLst>
              </p:cNvPr>
              <p:cNvGrpSpPr/>
              <p:nvPr/>
            </p:nvGrpSpPr>
            <p:grpSpPr>
              <a:xfrm>
                <a:off x="4057729" y="7413196"/>
                <a:ext cx="3708212" cy="1830560"/>
                <a:chOff x="4057729" y="7413196"/>
                <a:chExt cx="3708212" cy="1830560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A57BADBC-6AE5-2B2F-BE9B-4567ABA35D67}"/>
                    </a:ext>
                  </a:extLst>
                </p:cNvPr>
                <p:cNvSpPr/>
                <p:nvPr/>
              </p:nvSpPr>
              <p:spPr>
                <a:xfrm>
                  <a:off x="4057730" y="7413196"/>
                  <a:ext cx="3708211" cy="1830560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480B2012-849C-0ADF-D31C-B7907B67CC34}"/>
                    </a:ext>
                  </a:extLst>
                </p:cNvPr>
                <p:cNvSpPr txBox="1"/>
                <p:nvPr/>
              </p:nvSpPr>
              <p:spPr>
                <a:xfrm>
                  <a:off x="4057729" y="7472599"/>
                  <a:ext cx="35333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Loss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Function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&amp; Optimization (</a:t>
                  </a:r>
                  <a:r>
                    <a:rPr lang="en-US" altLang="zh-CN" sz="2000" dirty="0" err="1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AdamW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sz="20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/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total</m:t>
                              </m:r>
                            </m:sub>
                          </m:sSub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Sup>
                            <m:sSubSup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dirty="0">
                      <a:latin typeface="Times New Roman" panose="02020603050405020304" pitchFamily="18" charset="0"/>
                    </a:endParaRPr>
                  </a:p>
                  <a:p>
                    <a:pPr algn="ctr"/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432D83-7B63-6966-58B4-4B02A2465F2F}"/>
                </a:ext>
              </a:extLst>
            </p:cNvPr>
            <p:cNvSpPr txBox="1"/>
            <p:nvPr/>
          </p:nvSpPr>
          <p:spPr>
            <a:xfrm>
              <a:off x="3920284" y="702279"/>
              <a:ext cx="1651841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Learning model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D6862E4-470A-527C-4194-BF6F8FD035F9}"/>
                </a:ext>
              </a:extLst>
            </p:cNvPr>
            <p:cNvGrpSpPr/>
            <p:nvPr/>
          </p:nvGrpSpPr>
          <p:grpSpPr>
            <a:xfrm>
              <a:off x="4078698" y="1057255"/>
              <a:ext cx="5641439" cy="3208711"/>
              <a:chOff x="4002845" y="4459695"/>
              <a:chExt cx="5641439" cy="3208711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2B91396F-7A52-9E33-8842-57D11E04E29A}"/>
                  </a:ext>
                </a:extLst>
              </p:cNvPr>
              <p:cNvSpPr/>
              <p:nvPr/>
            </p:nvSpPr>
            <p:spPr>
              <a:xfrm>
                <a:off x="4029675" y="4471637"/>
                <a:ext cx="839040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/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en-US" altLang="zh-CN" sz="1050" dirty="0" err="1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en-US" altLang="zh-CN" sz="1050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sz="140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zh-CN" altLang="en-US" sz="1400">
                              <a:latin typeface="Cambria Math" panose="02040503050406030204" pitchFamily="18" charset="0"/>
                            </a:rPr>
                            <m:t>⊙</m:t>
                          </m:r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𝐦</m:t>
                          </m:r>
                        </m:oMath>
                      </m:oMathPara>
                    </a14:m>
                    <a:endParaRPr lang="zh-CN" altLang="en-US" sz="1400" dirty="0"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6E04711-E949-8953-C40F-DBF8E3B521BE}"/>
                  </a:ext>
                </a:extLst>
              </p:cNvPr>
              <p:cNvSpPr/>
              <p:nvPr/>
            </p:nvSpPr>
            <p:spPr>
              <a:xfrm>
                <a:off x="8548267" y="4471637"/>
                <a:ext cx="1096017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9079407A-45FA-2672-F0B4-C5021A7E6F7D}"/>
                  </a:ext>
                </a:extLst>
              </p:cNvPr>
              <p:cNvSpPr txBox="1"/>
              <p:nvPr/>
            </p:nvSpPr>
            <p:spPr>
              <a:xfrm>
                <a:off x="5890786" y="4471637"/>
                <a:ext cx="174460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26014A1-D985-5EA7-22CE-9B39F70C6A12}"/>
                  </a:ext>
                </a:extLst>
              </p:cNvPr>
              <p:cNvSpPr/>
              <p:nvPr/>
            </p:nvSpPr>
            <p:spPr>
              <a:xfrm>
                <a:off x="5074332" y="4474052"/>
                <a:ext cx="3377518" cy="319435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0BA50C4-87C3-8257-BD5E-40ABDBC95E10}"/>
                  </a:ext>
                </a:extLst>
              </p:cNvPr>
              <p:cNvGrpSpPr/>
              <p:nvPr/>
            </p:nvGrpSpPr>
            <p:grpSpPr>
              <a:xfrm>
                <a:off x="5149879" y="4881491"/>
                <a:ext cx="3123185" cy="2263455"/>
                <a:chOff x="4620852" y="4860689"/>
                <a:chExt cx="3123185" cy="2263455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DD9FC71A-0470-140A-A748-D9FF2BDE6AE3}"/>
                    </a:ext>
                  </a:extLst>
                </p:cNvPr>
                <p:cNvSpPr/>
                <p:nvPr/>
              </p:nvSpPr>
              <p:spPr>
                <a:xfrm>
                  <a:off x="4620852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F7FCA85A-62FC-2B90-F6BA-69CFC1E6AFE4}"/>
                    </a:ext>
                  </a:extLst>
                </p:cNvPr>
                <p:cNvSpPr/>
                <p:nvPr/>
              </p:nvSpPr>
              <p:spPr>
                <a:xfrm>
                  <a:off x="4620852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485C46B0-72A9-D56B-EFF3-7F441EE7FDA9}"/>
                    </a:ext>
                  </a:extLst>
                </p:cNvPr>
                <p:cNvSpPr/>
                <p:nvPr/>
              </p:nvSpPr>
              <p:spPr>
                <a:xfrm>
                  <a:off x="4620852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7D3C382-1258-4E23-9B3F-B64AD96310D1}"/>
                    </a:ext>
                  </a:extLst>
                </p:cNvPr>
                <p:cNvSpPr/>
                <p:nvPr/>
              </p:nvSpPr>
              <p:spPr>
                <a:xfrm>
                  <a:off x="4620852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172529E-9409-9881-1D1B-0B21DC86504C}"/>
                    </a:ext>
                  </a:extLst>
                </p:cNvPr>
                <p:cNvSpPr/>
                <p:nvPr/>
              </p:nvSpPr>
              <p:spPr>
                <a:xfrm>
                  <a:off x="5732444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007F7E40-5A03-06E6-675E-7E2D62EF72FB}"/>
                    </a:ext>
                  </a:extLst>
                </p:cNvPr>
                <p:cNvSpPr/>
                <p:nvPr/>
              </p:nvSpPr>
              <p:spPr>
                <a:xfrm>
                  <a:off x="5732444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A65687AE-8E92-D03E-20CD-8DDAF6218E38}"/>
                    </a:ext>
                  </a:extLst>
                </p:cNvPr>
                <p:cNvSpPr/>
                <p:nvPr/>
              </p:nvSpPr>
              <p:spPr>
                <a:xfrm>
                  <a:off x="5732444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8D5F74E-404A-3A77-205E-1F69130CCD95}"/>
                    </a:ext>
                  </a:extLst>
                </p:cNvPr>
                <p:cNvSpPr/>
                <p:nvPr/>
              </p:nvSpPr>
              <p:spPr>
                <a:xfrm>
                  <a:off x="5732444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7467B599-5686-D3AC-0556-D6365D90C96B}"/>
                    </a:ext>
                  </a:extLst>
                </p:cNvPr>
                <p:cNvSpPr/>
                <p:nvPr/>
              </p:nvSpPr>
              <p:spPr>
                <a:xfrm>
                  <a:off x="6844037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E05DD6B3-7042-D4DC-5D3B-0CB1F5FAD7D9}"/>
                    </a:ext>
                  </a:extLst>
                </p:cNvPr>
                <p:cNvSpPr/>
                <p:nvPr/>
              </p:nvSpPr>
              <p:spPr>
                <a:xfrm>
                  <a:off x="6844037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28DBE728-9110-22A6-F4D3-A0B12354EF27}"/>
                    </a:ext>
                  </a:extLst>
                </p:cNvPr>
                <p:cNvSpPr/>
                <p:nvPr/>
              </p:nvSpPr>
              <p:spPr>
                <a:xfrm>
                  <a:off x="6844037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E615D1C7-1311-5080-538D-3BDE0E7EF220}"/>
                    </a:ext>
                  </a:extLst>
                </p:cNvPr>
                <p:cNvSpPr/>
                <p:nvPr/>
              </p:nvSpPr>
              <p:spPr>
                <a:xfrm>
                  <a:off x="6844037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4964874-25BC-6160-B129-653643FD8AB1}"/>
                  </a:ext>
                </a:extLst>
              </p:cNvPr>
              <p:cNvSpPr txBox="1"/>
              <p:nvPr/>
            </p:nvSpPr>
            <p:spPr>
              <a:xfrm>
                <a:off x="7459186" y="4632114"/>
                <a:ext cx="681008" cy="25391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(Optimal)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51B7ED4E-69E6-C1C7-ABDB-D518065F2DE2}"/>
                  </a:ext>
                </a:extLst>
              </p:cNvPr>
              <p:cNvGrpSpPr/>
              <p:nvPr/>
            </p:nvGrpSpPr>
            <p:grpSpPr>
              <a:xfrm>
                <a:off x="8640592" y="4737849"/>
                <a:ext cx="868096" cy="647038"/>
                <a:chOff x="8626403" y="4769236"/>
                <a:chExt cx="868096" cy="64703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Task1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𝑜𝑢𝑡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0C75ABFB-B233-B758-C8DE-04056A610AF5}"/>
                    </a:ext>
                  </a:extLst>
                </p:cNvPr>
                <p:cNvSpPr/>
                <p:nvPr/>
              </p:nvSpPr>
              <p:spPr>
                <a:xfrm>
                  <a:off x="8626403" y="5056274"/>
                  <a:ext cx="868095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2FF38260-6114-14FB-E22A-B110E60F7B7E}"/>
                  </a:ext>
                </a:extLst>
              </p:cNvPr>
              <p:cNvGrpSpPr/>
              <p:nvPr/>
            </p:nvGrpSpPr>
            <p:grpSpPr>
              <a:xfrm>
                <a:off x="8640592" y="5474258"/>
                <a:ext cx="868095" cy="651608"/>
                <a:chOff x="8594498" y="6049093"/>
                <a:chExt cx="900001" cy="65160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Task2 </a:t>
                      </a:r>
                      <a14:m>
                        <m:oMath xmlns:m="http://schemas.openxmlformats.org/officeDocument/2006/math">
                          <m:r>
                            <a:rPr lang="en-US" altLang="zh-CN" sz="11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61325698-C0FC-15FF-BAA6-26E84C1D0E32}"/>
                    </a:ext>
                  </a:extLst>
                </p:cNvPr>
                <p:cNvSpPr/>
                <p:nvPr/>
              </p:nvSpPr>
              <p:spPr>
                <a:xfrm>
                  <a:off x="8594499" y="6340701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1E777160-1361-DA53-F286-53C3E5E8E520}"/>
                  </a:ext>
                </a:extLst>
              </p:cNvPr>
              <p:cNvGrpSpPr/>
              <p:nvPr/>
            </p:nvGrpSpPr>
            <p:grpSpPr>
              <a:xfrm>
                <a:off x="8624638" y="6215237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Task3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𝑇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547CAD4-A563-9CEA-B0A4-801A18CEE64F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3CE26B86-FA70-72B9-4CC3-67B216AE0FE0}"/>
                  </a:ext>
                </a:extLst>
              </p:cNvPr>
              <p:cNvGrpSpPr/>
              <p:nvPr/>
            </p:nvGrpSpPr>
            <p:grpSpPr>
              <a:xfrm>
                <a:off x="8624638" y="6952609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Task4 </a:t>
                      </a:r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A1E2AED-329B-51CC-3799-065533678776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D9F1A69-E096-6431-C1A3-40BF68ED3CF1}"/>
                  </a:ext>
                </a:extLst>
              </p:cNvPr>
              <p:cNvSpPr txBox="1"/>
              <p:nvPr/>
            </p:nvSpPr>
            <p:spPr>
              <a:xfrm>
                <a:off x="4167942" y="4466100"/>
                <a:ext cx="575553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Input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7185429B-FAFE-05AE-83FA-3C8EBF6DDE33}"/>
                  </a:ext>
                </a:extLst>
              </p:cNvPr>
              <p:cNvSpPr txBox="1"/>
              <p:nvPr/>
            </p:nvSpPr>
            <p:spPr>
              <a:xfrm>
                <a:off x="8711845" y="4459695"/>
                <a:ext cx="76885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Output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257C3AD3-7133-56CE-4259-F7497CFE1F1B}"/>
                  </a:ext>
                </a:extLst>
              </p:cNvPr>
              <p:cNvSpPr txBox="1"/>
              <p:nvPr/>
            </p:nvSpPr>
            <p:spPr>
              <a:xfrm>
                <a:off x="6109032" y="4466101"/>
                <a:ext cx="1308118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8A7D76B2-2C32-D2FC-4E9C-A4B0EC90D645}"/>
                </a:ext>
              </a:extLst>
            </p:cNvPr>
            <p:cNvCxnSpPr/>
            <p:nvPr/>
          </p:nvCxnSpPr>
          <p:spPr>
            <a:xfrm>
              <a:off x="3234928" y="3422352"/>
              <a:ext cx="685357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6E633568-5093-290E-DF2F-FD657E5BD336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9172129" y="4265966"/>
              <a:ext cx="0" cy="39965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959CD79-0223-46F5-C836-CC48400D7AF2}"/>
                </a:ext>
              </a:extLst>
            </p:cNvPr>
            <p:cNvSpPr txBox="1"/>
            <p:nvPr/>
          </p:nvSpPr>
          <p:spPr>
            <a:xfrm>
              <a:off x="10234539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3. Selection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83" name="组合 182">
              <a:extLst>
                <a:ext uri="{FF2B5EF4-FFF2-40B4-BE49-F238E27FC236}">
                  <a16:creationId xmlns:a16="http://schemas.microsoft.com/office/drawing/2014/main" id="{88056F67-6E7A-BD38-D55E-53C714714C3E}"/>
                </a:ext>
              </a:extLst>
            </p:cNvPr>
            <p:cNvGrpSpPr/>
            <p:nvPr/>
          </p:nvGrpSpPr>
          <p:grpSpPr>
            <a:xfrm>
              <a:off x="10273605" y="603579"/>
              <a:ext cx="1640603" cy="3979023"/>
              <a:chOff x="10288516" y="1812588"/>
              <a:chExt cx="1640603" cy="3979023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20620944-08F5-22D5-77FF-168F93681D2C}"/>
                  </a:ext>
                </a:extLst>
              </p:cNvPr>
              <p:cNvSpPr/>
              <p:nvPr/>
            </p:nvSpPr>
            <p:spPr>
              <a:xfrm>
                <a:off x="10288516" y="1812588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New Traffic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320C0672-4533-1530-40B9-6C8B0C9DA0D0}"/>
                  </a:ext>
                </a:extLst>
              </p:cNvPr>
              <p:cNvSpPr/>
              <p:nvPr/>
            </p:nvSpPr>
            <p:spPr>
              <a:xfrm>
                <a:off x="10288516" y="3512956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Learning model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/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</a:rPr>
                      <a:t>Optimal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99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2" name="箭头: 下 111">
                <a:extLst>
                  <a:ext uri="{FF2B5EF4-FFF2-40B4-BE49-F238E27FC236}">
                    <a16:creationId xmlns:a16="http://schemas.microsoft.com/office/drawing/2014/main" id="{E3323F90-5C5D-5B90-B036-9DAFB2616855}"/>
                  </a:ext>
                </a:extLst>
              </p:cNvPr>
              <p:cNvSpPr/>
              <p:nvPr/>
            </p:nvSpPr>
            <p:spPr>
              <a:xfrm>
                <a:off x="10963275" y="2397838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3" name="箭头: 下 112">
                <a:extLst>
                  <a:ext uri="{FF2B5EF4-FFF2-40B4-BE49-F238E27FC236}">
                    <a16:creationId xmlns:a16="http://schemas.microsoft.com/office/drawing/2014/main" id="{EAFA1175-A893-C6F8-8591-1B5091814570}"/>
                  </a:ext>
                </a:extLst>
              </p:cNvPr>
              <p:cNvSpPr/>
              <p:nvPr/>
            </p:nvSpPr>
            <p:spPr>
              <a:xfrm>
                <a:off x="10963275" y="4098206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ED1B218C-C313-D000-6202-440E5997D62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2498332" y="4158947"/>
              <a:ext cx="2158551" cy="685359"/>
            </a:xfrm>
            <a:prstGeom prst="bentConnector2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/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altLang="en-US" sz="160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/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128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箭头: 下 184">
              <a:extLst>
                <a:ext uri="{FF2B5EF4-FFF2-40B4-BE49-F238E27FC236}">
                  <a16:creationId xmlns:a16="http://schemas.microsoft.com/office/drawing/2014/main" id="{15C2571A-1744-0F10-ABCF-7580E4708C75}"/>
                </a:ext>
              </a:extLst>
            </p:cNvPr>
            <p:cNvSpPr/>
            <p:nvPr/>
          </p:nvSpPr>
          <p:spPr>
            <a:xfrm rot="16200000">
              <a:off x="9901087" y="2419457"/>
              <a:ext cx="314778" cy="397906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D787F91B-4606-1779-4F69-A1C579DA1B58}"/>
                </a:ext>
              </a:extLst>
            </p:cNvPr>
            <p:cNvSpPr txBox="1"/>
            <p:nvPr/>
          </p:nvSpPr>
          <p:spPr>
            <a:xfrm>
              <a:off x="11232198" y="3634982"/>
              <a:ext cx="713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select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33F2150A-E8DB-B72F-C6B7-08979DD0628D}"/>
                </a:ext>
              </a:extLst>
            </p:cNvPr>
            <p:cNvSpPr txBox="1"/>
            <p:nvPr/>
          </p:nvSpPr>
          <p:spPr>
            <a:xfrm>
              <a:off x="11205539" y="1853172"/>
              <a:ext cx="548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/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12245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4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44853FC-4596-7753-4237-51CD0F6CB3D3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1"/>
            <a:chExt cx="11790381" cy="510506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1"/>
              <a:ext cx="11790381" cy="51050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862737"/>
              <a:ext cx="11421876" cy="55537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8F41CDD-8AD1-8E56-9CAF-C966EA5D8630}"/>
                </a:ext>
              </a:extLst>
            </p:cNvPr>
            <p:cNvSpPr txBox="1"/>
            <p:nvPr/>
          </p:nvSpPr>
          <p:spPr>
            <a:xfrm>
              <a:off x="3270459" y="848037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418111"/>
              <a:ext cx="0" cy="2911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791859"/>
              <a:ext cx="3266245" cy="43552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715993"/>
              <a:ext cx="3327742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791858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7843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768657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548106"/>
              <a:ext cx="3266246" cy="197175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2989750"/>
              <a:ext cx="3201762" cy="10772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DA0FAF06-94EE-0621-9DEB-7546AB4A129A}"/>
                </a:ext>
              </a:extLst>
            </p:cNvPr>
            <p:cNvSpPr/>
            <p:nvPr/>
          </p:nvSpPr>
          <p:spPr>
            <a:xfrm>
              <a:off x="4496504" y="2548106"/>
              <a:ext cx="7342920" cy="3175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/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分协议按有效工作区间粗采样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zh-CN" altLang="en-US" sz="1600" dirty="0">
                      <a:solidFill>
                        <a:schemeClr val="tx1"/>
                      </a:solidFill>
                    </a:rPr>
                    <a:t>和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3BED2230-88D6-38CB-8E00-2D707BD2F992}"/>
                </a:ext>
              </a:extLst>
            </p:cNvPr>
            <p:cNvGrpSpPr/>
            <p:nvPr/>
          </p:nvGrpSpPr>
          <p:grpSpPr>
            <a:xfrm>
              <a:off x="4496504" y="3450847"/>
              <a:ext cx="7342920" cy="1069012"/>
              <a:chOff x="4496504" y="3450847"/>
              <a:chExt cx="7342920" cy="106901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4496504" y="3650959"/>
                <a:ext cx="7342920" cy="283706"/>
              </a:xfrm>
              <a:prstGeom prst="rect">
                <a:avLst/>
              </a:prstGeom>
              <a:solidFill>
                <a:srgbClr val="F8CBAD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/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在峰值与转折区细采样</a:t>
                    </a:r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r>
                      <a:rPr lang="en-US" altLang="zh-CN" sz="16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zh-CN" altLang="en-US" sz="1600" dirty="0">
                        <a:solidFill>
                          <a:schemeClr val="tx1"/>
                        </a:solidFill>
                      </a:rPr>
                      <a:t>和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4E2DC232-768F-C0D9-E364-6BB96334A480}"/>
                  </a:ext>
                </a:extLst>
              </p:cNvPr>
              <p:cNvCxnSpPr>
                <a:stCxn id="38" idx="2"/>
                <a:endCxn id="43" idx="0"/>
              </p:cNvCxnSpPr>
              <p:nvPr/>
            </p:nvCxnSpPr>
            <p:spPr>
              <a:xfrm>
                <a:off x="8167964" y="3450847"/>
                <a:ext cx="0" cy="200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307469"/>
              <a:ext cx="0" cy="240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287057"/>
              <a:ext cx="0" cy="2610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300768"/>
              <a:ext cx="1140" cy="24733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418111"/>
              <a:ext cx="0" cy="29788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418111"/>
              <a:ext cx="0" cy="26519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311116" y="433226"/>
              <a:ext cx="4481377" cy="400110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数据集采样策略（可采样输入维度）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/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519859"/>
              <a:ext cx="1141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519859"/>
              <a:ext cx="0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FC2AEE1D-6962-DC61-8706-3902F448F0F3}"/>
              </a:ext>
            </a:extLst>
          </p:cNvPr>
          <p:cNvSpPr txBox="1"/>
          <p:nvPr/>
        </p:nvSpPr>
        <p:spPr>
          <a:xfrm>
            <a:off x="253928" y="5734658"/>
            <a:ext cx="4481377" cy="40011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20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数据集采样策略（可采样输入维度）</a:t>
            </a:r>
          </a:p>
        </p:txBody>
      </p: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89A-FB04-0C19-2C35-F68B8CC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C760E46-879B-323E-9AEE-9461554F22E7}"/>
              </a:ext>
            </a:extLst>
          </p:cNvPr>
          <p:cNvGrpSpPr/>
          <p:nvPr/>
        </p:nvGrpSpPr>
        <p:grpSpPr>
          <a:xfrm>
            <a:off x="822708" y="997194"/>
            <a:ext cx="8356474" cy="4161194"/>
            <a:chOff x="822708" y="997194"/>
            <a:chExt cx="8356474" cy="4161194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AA1BE53-3AE7-903D-1ED9-824A10C89884}"/>
                </a:ext>
              </a:extLst>
            </p:cNvPr>
            <p:cNvSpPr/>
            <p:nvPr/>
          </p:nvSpPr>
          <p:spPr>
            <a:xfrm>
              <a:off x="822708" y="2634019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1C13E5F-7D19-7E1F-0496-EFBAD46C80B4}"/>
                </a:ext>
              </a:extLst>
            </p:cNvPr>
            <p:cNvSpPr/>
            <p:nvPr/>
          </p:nvSpPr>
          <p:spPr>
            <a:xfrm>
              <a:off x="2266603" y="1011894"/>
              <a:ext cx="6822789" cy="555374"/>
            </a:xfrm>
            <a:prstGeom prst="rect">
              <a:avLst/>
            </a:prstGeom>
            <a:solidFill>
              <a:srgbClr val="DCE6F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ECA89DF-2BFC-CA35-A442-4B5FB2AA896B}"/>
                </a:ext>
              </a:extLst>
            </p:cNvPr>
            <p:cNvSpPr txBox="1"/>
            <p:nvPr/>
          </p:nvSpPr>
          <p:spPr>
            <a:xfrm>
              <a:off x="2819969" y="997194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D11E44E-512C-C74F-39F4-5A1EA34E8E19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 flipH="1">
              <a:off x="5677093" y="1581969"/>
              <a:ext cx="905" cy="263485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CF12D21-CDDE-8714-23FB-3F9F89B8E522}"/>
                </a:ext>
              </a:extLst>
            </p:cNvPr>
            <p:cNvSpPr/>
            <p:nvPr/>
          </p:nvSpPr>
          <p:spPr>
            <a:xfrm>
              <a:off x="2249412" y="1928021"/>
              <a:ext cx="2135229" cy="435526"/>
            </a:xfrm>
            <a:prstGeom prst="rect">
              <a:avLst/>
            </a:prstGeom>
            <a:solidFill>
              <a:srgbClr val="DCFFE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AE48198B-30DB-05F4-F4F1-7F6670E6BC71}"/>
                </a:ext>
              </a:extLst>
            </p:cNvPr>
            <p:cNvSpPr txBox="1"/>
            <p:nvPr/>
          </p:nvSpPr>
          <p:spPr>
            <a:xfrm>
              <a:off x="2249413" y="1852155"/>
              <a:ext cx="2135229" cy="584775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47F15D-E964-9DE1-8B28-DE4008E67DC8}"/>
                </a:ext>
              </a:extLst>
            </p:cNvPr>
            <p:cNvSpPr/>
            <p:nvPr/>
          </p:nvSpPr>
          <p:spPr>
            <a:xfrm>
              <a:off x="4597092" y="1928020"/>
              <a:ext cx="2159999" cy="435526"/>
            </a:xfrm>
            <a:prstGeom prst="rect">
              <a:avLst/>
            </a:prstGeom>
            <a:solidFill>
              <a:srgbClr val="FFEBD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/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solidFill>
                  <a:srgbClr val="F3E3D6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2970" r="-280" b="-792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441F30C-4E0D-CDEF-FF82-E50E567D03E8}"/>
                </a:ext>
              </a:extLst>
            </p:cNvPr>
            <p:cNvSpPr/>
            <p:nvPr/>
          </p:nvSpPr>
          <p:spPr>
            <a:xfrm>
              <a:off x="6926750" y="1917814"/>
              <a:ext cx="1991365" cy="43552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/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solidFill>
                  <a:srgbClr val="F3ECCB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4D740C6-A5C8-8C22-F8D3-99B446E06FBA}"/>
                </a:ext>
              </a:extLst>
            </p:cNvPr>
            <p:cNvSpPr/>
            <p:nvPr/>
          </p:nvSpPr>
          <p:spPr>
            <a:xfrm>
              <a:off x="869827" y="2749213"/>
              <a:ext cx="1275025" cy="509170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6292790-6DA1-6D37-9B7B-0EE6FC1FEC9E}"/>
                </a:ext>
              </a:extLst>
            </p:cNvPr>
            <p:cNvSpPr/>
            <p:nvPr/>
          </p:nvSpPr>
          <p:spPr>
            <a:xfrm>
              <a:off x="4590526" y="2749213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分协议有效工作区间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/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solidFill>
                  <a:srgbClr val="DCE6F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组合可采样输入空间配置，与固定项合并形成完整输入向量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E70CA10C-9665-9B41-6CA1-1C14DD7C7BA5}"/>
                </a:ext>
              </a:extLst>
            </p:cNvPr>
            <p:cNvCxnSpPr>
              <a:cxnSpLocks/>
              <a:stCxn id="3" idx="2"/>
              <a:endCxn id="12" idx="0"/>
            </p:cNvCxnSpPr>
            <p:nvPr/>
          </p:nvCxnSpPr>
          <p:spPr>
            <a:xfrm>
              <a:off x="5677998" y="1581969"/>
              <a:ext cx="2328751" cy="26069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1303E1C-1DD0-412E-7FCE-2319B75711F0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flipH="1">
              <a:off x="3317028" y="1581969"/>
              <a:ext cx="2360970" cy="27018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F3C214-F664-E0F0-1CF5-822D01127886}"/>
                </a:ext>
              </a:extLst>
            </p:cNvPr>
            <p:cNvSpPr/>
            <p:nvPr/>
          </p:nvSpPr>
          <p:spPr>
            <a:xfrm>
              <a:off x="6927267" y="2749213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分协议参数可行域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E3C8D68-90F5-085A-C208-FC3C46C40A35}"/>
                </a:ext>
              </a:extLst>
            </p:cNvPr>
            <p:cNvSpPr/>
            <p:nvPr/>
          </p:nvSpPr>
          <p:spPr>
            <a:xfrm>
              <a:off x="2237286" y="2749213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固定离散场景遍历</a:t>
              </a: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9958D0C-9F0B-AF68-7812-FFFB5D066503}"/>
                </a:ext>
              </a:extLst>
            </p:cNvPr>
            <p:cNvSpPr/>
            <p:nvPr/>
          </p:nvSpPr>
          <p:spPr>
            <a:xfrm>
              <a:off x="822708" y="3599618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CE28929-BC43-CF7D-D5FF-B7825B7E1302}"/>
                </a:ext>
              </a:extLst>
            </p:cNvPr>
            <p:cNvSpPr/>
            <p:nvPr/>
          </p:nvSpPr>
          <p:spPr>
            <a:xfrm>
              <a:off x="869828" y="3768448"/>
              <a:ext cx="1272604" cy="445233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二阶段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A976DDC1-4254-FD31-470D-A8AB227322A5}"/>
                </a:ext>
              </a:extLst>
            </p:cNvPr>
            <p:cNvSpPr/>
            <p:nvPr/>
          </p:nvSpPr>
          <p:spPr>
            <a:xfrm>
              <a:off x="4590526" y="3704512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在峰值与转折区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24C21C7-825A-1DDC-1AD6-056D7A4819D7}"/>
                </a:ext>
              </a:extLst>
            </p:cNvPr>
            <p:cNvSpPr/>
            <p:nvPr/>
          </p:nvSpPr>
          <p:spPr>
            <a:xfrm>
              <a:off x="6927267" y="3704512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关键参数邻域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739D85A-BECE-4952-14E8-E59B6D488B54}"/>
                </a:ext>
              </a:extLst>
            </p:cNvPr>
            <p:cNvSpPr/>
            <p:nvPr/>
          </p:nvSpPr>
          <p:spPr>
            <a:xfrm>
              <a:off x="2234865" y="3704512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保持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一致遍历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1957492-5F49-BB28-703E-604BD1119AAC}"/>
                </a:ext>
              </a:extLst>
            </p:cNvPr>
            <p:cNvCxnSpPr>
              <a:cxnSpLocks/>
              <a:stCxn id="5" idx="2"/>
              <a:endCxn id="64" idx="0"/>
            </p:cNvCxnSpPr>
            <p:nvPr/>
          </p:nvCxnSpPr>
          <p:spPr>
            <a:xfrm flipH="1">
              <a:off x="3317027" y="2436930"/>
              <a:ext cx="1" cy="31228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CD352897-AF9B-2067-9F7C-74E3B8408CA4}"/>
                </a:ext>
              </a:extLst>
            </p:cNvPr>
            <p:cNvCxnSpPr>
              <a:stCxn id="9" idx="2"/>
              <a:endCxn id="38" idx="0"/>
            </p:cNvCxnSpPr>
            <p:nvPr/>
          </p:nvCxnSpPr>
          <p:spPr>
            <a:xfrm flipH="1">
              <a:off x="5670267" y="2443631"/>
              <a:ext cx="6826" cy="305582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BCA1311-C373-F89D-27CC-048C8799F1E5}"/>
                </a:ext>
              </a:extLst>
            </p:cNvPr>
            <p:cNvCxnSpPr>
              <a:stCxn id="12" idx="2"/>
              <a:endCxn id="62" idx="0"/>
            </p:cNvCxnSpPr>
            <p:nvPr/>
          </p:nvCxnSpPr>
          <p:spPr>
            <a:xfrm>
              <a:off x="8006749" y="2446420"/>
              <a:ext cx="259" cy="30279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E649BF24-DD91-3022-DF51-DB5EF81214E1}"/>
                </a:ext>
              </a:extLst>
            </p:cNvPr>
            <p:cNvCxnSpPr>
              <a:stCxn id="64" idx="2"/>
              <a:endCxn id="65" idx="0"/>
            </p:cNvCxnSpPr>
            <p:nvPr/>
          </p:nvCxnSpPr>
          <p:spPr>
            <a:xfrm flipH="1">
              <a:off x="3314606" y="3334407"/>
              <a:ext cx="2421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58CBFE9A-B3B2-9205-42A3-21C9908B6D93}"/>
                </a:ext>
              </a:extLst>
            </p:cNvPr>
            <p:cNvCxnSpPr>
              <a:stCxn id="38" idx="2"/>
              <a:endCxn id="44" idx="0"/>
            </p:cNvCxnSpPr>
            <p:nvPr/>
          </p:nvCxnSpPr>
          <p:spPr>
            <a:xfrm>
              <a:off x="5670267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8B8F1C0-1DA5-4F3D-A60E-B857C8A76B61}"/>
                </a:ext>
              </a:extLst>
            </p:cNvPr>
            <p:cNvCxnSpPr>
              <a:stCxn id="62" idx="2"/>
              <a:endCxn id="61" idx="0"/>
            </p:cNvCxnSpPr>
            <p:nvPr/>
          </p:nvCxnSpPr>
          <p:spPr>
            <a:xfrm>
              <a:off x="8007008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箭头: 下 131">
              <a:extLst>
                <a:ext uri="{FF2B5EF4-FFF2-40B4-BE49-F238E27FC236}">
                  <a16:creationId xmlns:a16="http://schemas.microsoft.com/office/drawing/2014/main" id="{65F5F51D-1333-8A29-FCF3-A11E38314378}"/>
                </a:ext>
              </a:extLst>
            </p:cNvPr>
            <p:cNvSpPr/>
            <p:nvPr/>
          </p:nvSpPr>
          <p:spPr>
            <a:xfrm>
              <a:off x="5485463" y="4394598"/>
              <a:ext cx="135050" cy="293531"/>
            </a:xfrm>
            <a:prstGeom prst="downArrow">
              <a:avLst>
                <a:gd name="adj1" fmla="val 33072"/>
                <a:gd name="adj2" fmla="val 50000"/>
              </a:avLst>
            </a:prstGeom>
            <a:solidFill>
              <a:srgbClr val="4F5B66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989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EF176E4A-D12B-6F57-670C-9D04B3712B49}"/>
              </a:ext>
            </a:extLst>
          </p:cNvPr>
          <p:cNvGrpSpPr/>
          <p:nvPr/>
        </p:nvGrpSpPr>
        <p:grpSpPr>
          <a:xfrm>
            <a:off x="1290015" y="941692"/>
            <a:ext cx="9939960" cy="4840842"/>
            <a:chOff x="1102290" y="1189973"/>
            <a:chExt cx="9939960" cy="4840842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4CE5A9EA-CE06-C7A5-9A2D-CB5BC38B3E56}"/>
                </a:ext>
              </a:extLst>
            </p:cNvPr>
            <p:cNvGrpSpPr/>
            <p:nvPr/>
          </p:nvGrpSpPr>
          <p:grpSpPr>
            <a:xfrm>
              <a:off x="1102290" y="1189973"/>
              <a:ext cx="4452586" cy="4288931"/>
              <a:chOff x="1102290" y="1189973"/>
              <a:chExt cx="4452586" cy="4288931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081984B5-1984-313B-9424-3CAF9731773A}"/>
                  </a:ext>
                </a:extLst>
              </p:cNvPr>
              <p:cNvSpPr/>
              <p:nvPr/>
            </p:nvSpPr>
            <p:spPr>
              <a:xfrm>
                <a:off x="1102290" y="1189973"/>
                <a:ext cx="1052187" cy="68893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终端</a:t>
                </a: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09D08743-8186-2B7D-A8DD-F2E852763B3A}"/>
                  </a:ext>
                </a:extLst>
              </p:cNvPr>
              <p:cNvSpPr/>
              <p:nvPr/>
            </p:nvSpPr>
            <p:spPr>
              <a:xfrm>
                <a:off x="4502689" y="1189973"/>
                <a:ext cx="1052187" cy="68893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基站</a:t>
                </a:r>
              </a:p>
            </p:txBody>
          </p:sp>
          <p:cxnSp>
            <p:nvCxnSpPr>
              <p:cNvPr id="5" name="直接箭头连接符 4">
                <a:extLst>
                  <a:ext uri="{FF2B5EF4-FFF2-40B4-BE49-F238E27FC236}">
                    <a16:creationId xmlns:a16="http://schemas.microsoft.com/office/drawing/2014/main" id="{17136C98-1C3B-1865-27D4-F67328B5A397}"/>
                  </a:ext>
                </a:extLst>
              </p:cNvPr>
              <p:cNvCxnSpPr>
                <a:stCxn id="2" idx="2"/>
              </p:cNvCxnSpPr>
              <p:nvPr/>
            </p:nvCxnSpPr>
            <p:spPr>
              <a:xfrm flipH="1">
                <a:off x="1628383" y="1878904"/>
                <a:ext cx="1" cy="360000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箭头连接符 8">
                <a:extLst>
                  <a:ext uri="{FF2B5EF4-FFF2-40B4-BE49-F238E27FC236}">
                    <a16:creationId xmlns:a16="http://schemas.microsoft.com/office/drawing/2014/main" id="{DC57C7FE-5E56-309A-8219-10C41B83C94B}"/>
                  </a:ext>
                </a:extLst>
              </p:cNvPr>
              <p:cNvCxnSpPr>
                <a:stCxn id="3" idx="2"/>
              </p:cNvCxnSpPr>
              <p:nvPr/>
            </p:nvCxnSpPr>
            <p:spPr>
              <a:xfrm>
                <a:off x="5028783" y="1878904"/>
                <a:ext cx="35490" cy="360000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箭头连接符 13">
                <a:extLst>
                  <a:ext uri="{FF2B5EF4-FFF2-40B4-BE49-F238E27FC236}">
                    <a16:creationId xmlns:a16="http://schemas.microsoft.com/office/drawing/2014/main" id="{0BC37A36-AC0D-1737-F772-D5E608986A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8383" y="2499360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E22D7F04-9410-9648-A668-BBB878CA76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8382" y="4236720"/>
                <a:ext cx="3435891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DA21A69A-EBA6-0CDF-C318-60BC2F1FB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28382" y="3322320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71154223-CD89-A27C-7652-475411DBBB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10635" y="5120640"/>
                <a:ext cx="3453638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D976A72B-6B39-A0FC-EC75-C1BD6134B09A}"/>
                  </a:ext>
                </a:extLst>
              </p:cNvPr>
              <p:cNvSpPr txBox="1"/>
              <p:nvPr/>
            </p:nvSpPr>
            <p:spPr>
              <a:xfrm>
                <a:off x="2283148" y="2127943"/>
                <a:ext cx="2117941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Msg1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：前导序列</a:t>
                </a: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779A4C8-BF8F-36E5-7807-FD323DF7D762}"/>
                  </a:ext>
                </a:extLst>
              </p:cNvPr>
              <p:cNvSpPr txBox="1"/>
              <p:nvPr/>
            </p:nvSpPr>
            <p:spPr>
              <a:xfrm>
                <a:off x="1909558" y="3003094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Msg2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：随机接入响应报文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DB78DD2-FDAB-24EE-A485-45CCA9CB0890}"/>
                  </a:ext>
                </a:extLst>
              </p:cNvPr>
              <p:cNvSpPr txBox="1"/>
              <p:nvPr/>
            </p:nvSpPr>
            <p:spPr>
              <a:xfrm>
                <a:off x="1675843" y="3878245"/>
                <a:ext cx="333255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Msg3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：短数据报文</a:t>
                </a:r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3960ED7-47B6-ED66-C559-176F06B5535D}"/>
                  </a:ext>
                </a:extLst>
              </p:cNvPr>
              <p:cNvSpPr txBox="1"/>
              <p:nvPr/>
            </p:nvSpPr>
            <p:spPr>
              <a:xfrm>
                <a:off x="1962846" y="4753395"/>
                <a:ext cx="2758544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Msg4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：确认答复报文</a:t>
                </a:r>
              </a:p>
            </p:txBody>
          </p:sp>
        </p:grp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30406AED-C2E2-C582-C3D0-D383BF1C0C46}"/>
                </a:ext>
              </a:extLst>
            </p:cNvPr>
            <p:cNvSpPr/>
            <p:nvPr/>
          </p:nvSpPr>
          <p:spPr>
            <a:xfrm>
              <a:off x="6589664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D7F0F3AE-4AB1-4194-64AF-079573F6F6F8}"/>
                </a:ext>
              </a:extLst>
            </p:cNvPr>
            <p:cNvSpPr/>
            <p:nvPr/>
          </p:nvSpPr>
          <p:spPr>
            <a:xfrm>
              <a:off x="9990063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C526CF12-E7BF-F813-B90B-E8F59E7AB6D6}"/>
                </a:ext>
              </a:extLst>
            </p:cNvPr>
            <p:cNvCxnSpPr>
              <a:stCxn id="34" idx="2"/>
            </p:cNvCxnSpPr>
            <p:nvPr/>
          </p:nvCxnSpPr>
          <p:spPr>
            <a:xfrm flipH="1">
              <a:off x="7115757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52D0BE3B-F41D-313D-9D54-CCDFB8DA3F64}"/>
                </a:ext>
              </a:extLst>
            </p:cNvPr>
            <p:cNvCxnSpPr>
              <a:stCxn id="35" idx="2"/>
            </p:cNvCxnSpPr>
            <p:nvPr/>
          </p:nvCxnSpPr>
          <p:spPr>
            <a:xfrm>
              <a:off x="10516157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2BB71B87-58CB-7FCC-FFE8-E4594220A992}"/>
                </a:ext>
              </a:extLst>
            </p:cNvPr>
            <p:cNvGrpSpPr/>
            <p:nvPr/>
          </p:nvGrpSpPr>
          <p:grpSpPr>
            <a:xfrm>
              <a:off x="7115756" y="3322320"/>
              <a:ext cx="3418146" cy="822960"/>
              <a:chOff x="7115756" y="3259756"/>
              <a:chExt cx="3418146" cy="822960"/>
            </a:xfrm>
          </p:grpSpPr>
          <p:cxnSp>
            <p:nvCxnSpPr>
              <p:cNvPr id="38" name="直接箭头连接符 37">
                <a:extLst>
                  <a:ext uri="{FF2B5EF4-FFF2-40B4-BE49-F238E27FC236}">
                    <a16:creationId xmlns:a16="http://schemas.microsoft.com/office/drawing/2014/main" id="{B8D48B1D-848D-DDEA-FF2F-47AE8B7088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15757" y="3259756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500809F9-3854-7828-2FAF-EC79576B32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15756" y="4082716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676B5DFB-2CEC-15A3-470C-3FBD12ECC444}"/>
                </a:ext>
              </a:extLst>
            </p:cNvPr>
            <p:cNvCxnSpPr/>
            <p:nvPr/>
          </p:nvCxnSpPr>
          <p:spPr>
            <a:xfrm>
              <a:off x="5046528" y="2497275"/>
              <a:ext cx="2069228" cy="82504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3B77ADF2-4FD4-9F6B-A30C-31B7CB85DD97}"/>
                </a:ext>
              </a:extLst>
            </p:cNvPr>
            <p:cNvCxnSpPr/>
            <p:nvPr/>
          </p:nvCxnSpPr>
          <p:spPr>
            <a:xfrm flipV="1">
              <a:off x="5046528" y="3322320"/>
              <a:ext cx="2069228" cy="925257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918B934F-A2A7-769D-2002-AC17404034C9}"/>
                </a:ext>
              </a:extLst>
            </p:cNvPr>
            <p:cNvCxnSpPr/>
            <p:nvPr/>
          </p:nvCxnSpPr>
          <p:spPr>
            <a:xfrm>
              <a:off x="5046528" y="3322320"/>
              <a:ext cx="2069228" cy="82296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5A9FB945-9663-C504-847E-DF6163E87053}"/>
                </a:ext>
              </a:extLst>
            </p:cNvPr>
            <p:cNvCxnSpPr/>
            <p:nvPr/>
          </p:nvCxnSpPr>
          <p:spPr>
            <a:xfrm flipV="1">
              <a:off x="5046528" y="4145280"/>
              <a:ext cx="2069228" cy="97536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DC6877E1-730E-0966-A10A-6A66ADD73C7A}"/>
                </a:ext>
              </a:extLst>
            </p:cNvPr>
            <p:cNvSpPr txBox="1"/>
            <p:nvPr/>
          </p:nvSpPr>
          <p:spPr>
            <a:xfrm>
              <a:off x="7423509" y="2929047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DEF0FDD2-18EA-6FFA-BD4F-8A06790EAD81}"/>
                </a:ext>
              </a:extLst>
            </p:cNvPr>
            <p:cNvSpPr txBox="1"/>
            <p:nvPr/>
          </p:nvSpPr>
          <p:spPr>
            <a:xfrm>
              <a:off x="7412277" y="3764838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MsgB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：竞争冲突解决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9C69D56-0317-FF97-A7C0-2B1DAA67B956}"/>
                </a:ext>
              </a:extLst>
            </p:cNvPr>
            <p:cNvSpPr txBox="1"/>
            <p:nvPr/>
          </p:nvSpPr>
          <p:spPr>
            <a:xfrm>
              <a:off x="1638850" y="5661483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四步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F68249D-F6DA-AD52-8630-4846FDC11604}"/>
                </a:ext>
              </a:extLst>
            </p:cNvPr>
            <p:cNvSpPr txBox="1"/>
            <p:nvPr/>
          </p:nvSpPr>
          <p:spPr>
            <a:xfrm>
              <a:off x="7315201" y="5661483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流程图: 决策 106">
            <a:extLst>
              <a:ext uri="{FF2B5EF4-FFF2-40B4-BE49-F238E27FC236}">
                <a16:creationId xmlns:a16="http://schemas.microsoft.com/office/drawing/2014/main" id="{C1EE22BA-8A63-38B0-13F4-288805170A7C}"/>
              </a:ext>
            </a:extLst>
          </p:cNvPr>
          <p:cNvSpPr/>
          <p:nvPr/>
        </p:nvSpPr>
        <p:spPr>
          <a:xfrm>
            <a:off x="3927520" y="450795"/>
            <a:ext cx="3070609" cy="1088543"/>
          </a:xfrm>
          <a:prstGeom prst="flowChartDecision">
            <a:avLst/>
          </a:prstGeom>
          <a:solidFill>
            <a:srgbClr val="DCEB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p:sp>
        <p:nvSpPr>
          <p:cNvPr id="138" name="流程图: 决策 137">
            <a:extLst>
              <a:ext uri="{FF2B5EF4-FFF2-40B4-BE49-F238E27FC236}">
                <a16:creationId xmlns:a16="http://schemas.microsoft.com/office/drawing/2014/main" id="{5699C3B1-C901-1ABD-1DF2-84A9FD263E4C}"/>
              </a:ext>
            </a:extLst>
          </p:cNvPr>
          <p:cNvSpPr/>
          <p:nvPr/>
        </p:nvSpPr>
        <p:spPr>
          <a:xfrm>
            <a:off x="4394868" y="2756173"/>
            <a:ext cx="2135912" cy="787681"/>
          </a:xfrm>
          <a:prstGeom prst="flowChartDecision">
            <a:avLst/>
          </a:prstGeom>
          <a:solidFill>
            <a:srgbClr val="DCEB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p:sp>
        <p:nvSpPr>
          <p:cNvPr id="145" name="流程图: 决策 144">
            <a:extLst>
              <a:ext uri="{FF2B5EF4-FFF2-40B4-BE49-F238E27FC236}">
                <a16:creationId xmlns:a16="http://schemas.microsoft.com/office/drawing/2014/main" id="{A6E2F20E-4DA2-AF16-219F-F27A8C5A46F5}"/>
              </a:ext>
            </a:extLst>
          </p:cNvPr>
          <p:cNvSpPr/>
          <p:nvPr/>
        </p:nvSpPr>
        <p:spPr>
          <a:xfrm>
            <a:off x="3927520" y="4584355"/>
            <a:ext cx="3070609" cy="1015390"/>
          </a:xfrm>
          <a:prstGeom prst="flowChartDecision">
            <a:avLst/>
          </a:prstGeom>
          <a:solidFill>
            <a:srgbClr val="DCEB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339D1B-3C73-529F-5BEB-6C2B1EF0DAA5}"/>
              </a:ext>
            </a:extLst>
          </p:cNvPr>
          <p:cNvSpPr/>
          <p:nvPr/>
        </p:nvSpPr>
        <p:spPr>
          <a:xfrm>
            <a:off x="527394" y="450753"/>
            <a:ext cx="3006899" cy="1088542"/>
          </a:xfrm>
          <a:prstGeom prst="rect">
            <a:avLst/>
          </a:prstGeom>
          <a:solidFill>
            <a:srgbClr val="EDEDE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3C28E2EE-28FF-44B4-7C4A-09596371771C}"/>
                  </a:ext>
                </a:extLst>
              </p:cNvPr>
              <p:cNvSpPr txBox="1"/>
              <p:nvPr/>
            </p:nvSpPr>
            <p:spPr>
              <a:xfrm>
                <a:off x="322949" y="701747"/>
                <a:ext cx="3320230" cy="646331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初始化竞争窗口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𝐶𝑊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</m:t>
                    </m:r>
                    <m:r>
                      <a:rPr lang="en-US" altLang="zh-CN" b="0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</m:t>
                    </m:r>
                    <m:sSub>
                      <m:sSubPr>
                        <m:ctrlP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𝑊</m:t>
                        </m:r>
                      </m:e>
                      <m: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𝑚𝑖𝑛</m:t>
                        </m:r>
                      </m:sub>
                    </m:sSub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生成随机数 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𝑁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∈ [0, 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𝐶𝑊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]</m:t>
                    </m:r>
                  </m:oMath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3C28E2EE-28FF-44B4-7C4A-095963717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49" y="701747"/>
                <a:ext cx="3320230" cy="646331"/>
              </a:xfrm>
              <a:prstGeom prst="rect">
                <a:avLst/>
              </a:prstGeom>
              <a:blipFill>
                <a:blip r:embed="rId2"/>
                <a:stretch>
                  <a:fillRect t="-6604" b="-132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F4BC76EE-D638-3D3C-9B19-EE30CE24575E}"/>
              </a:ext>
            </a:extLst>
          </p:cNvPr>
          <p:cNvCxnSpPr>
            <a:cxnSpLocks/>
            <a:stCxn id="2" idx="3"/>
            <a:endCxn id="107" idx="1"/>
          </p:cNvCxnSpPr>
          <p:nvPr/>
        </p:nvCxnSpPr>
        <p:spPr>
          <a:xfrm>
            <a:off x="3534293" y="995026"/>
            <a:ext cx="393227" cy="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0DF8695-7FF0-E790-0616-C1876B489F98}"/>
              </a:ext>
            </a:extLst>
          </p:cNvPr>
          <p:cNvSpPr/>
          <p:nvPr/>
        </p:nvSpPr>
        <p:spPr>
          <a:xfrm>
            <a:off x="8365172" y="646310"/>
            <a:ext cx="2461546" cy="690539"/>
          </a:xfrm>
          <a:prstGeom prst="rect">
            <a:avLst/>
          </a:prstGeom>
          <a:solidFill>
            <a:srgbClr val="ECFDF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D9731EB-1D08-F1B0-5EF7-7E3983DACE05}"/>
                  </a:ext>
                </a:extLst>
              </p:cNvPr>
              <p:cNvSpPr txBox="1"/>
              <p:nvPr/>
            </p:nvSpPr>
            <p:spPr>
              <a:xfrm>
                <a:off x="8404334" y="806912"/>
                <a:ext cx="2391652" cy="369332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ea typeface="宋体" panose="02010600030101010101" pitchFamily="2" charset="-122"/>
                  </a:rPr>
                  <a:t>随机数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𝑁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保持</a:t>
                </a:r>
              </a:p>
            </p:txBody>
          </p:sp>
        </mc:Choice>
        <mc:Fallback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6D9731EB-1D08-F1B0-5EF7-7E3983DAC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334" y="806912"/>
                <a:ext cx="2391652" cy="369332"/>
              </a:xfrm>
              <a:prstGeom prst="rect">
                <a:avLst/>
              </a:prstGeom>
              <a:blipFill>
                <a:blip r:embed="rId3"/>
                <a:stretch>
                  <a:fillRect t="-11475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5F139A33-A66D-9793-8D9A-115F2F295C70}"/>
              </a:ext>
            </a:extLst>
          </p:cNvPr>
          <p:cNvCxnSpPr>
            <a:cxnSpLocks/>
            <a:stCxn id="107" idx="2"/>
            <a:endCxn id="148" idx="0"/>
          </p:cNvCxnSpPr>
          <p:nvPr/>
        </p:nvCxnSpPr>
        <p:spPr>
          <a:xfrm flipH="1">
            <a:off x="5462824" y="1539338"/>
            <a:ext cx="1" cy="27224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668789DC-78DB-E6B5-339A-50559D807B14}"/>
              </a:ext>
            </a:extLst>
          </p:cNvPr>
          <p:cNvCxnSpPr>
            <a:cxnSpLocks/>
            <a:stCxn id="107" idx="3"/>
            <a:endCxn id="9" idx="1"/>
          </p:cNvCxnSpPr>
          <p:nvPr/>
        </p:nvCxnSpPr>
        <p:spPr>
          <a:xfrm flipV="1">
            <a:off x="6998129" y="991580"/>
            <a:ext cx="1367043" cy="348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76372893-1E17-1D23-4F3D-5C7750259369}"/>
              </a:ext>
            </a:extLst>
          </p:cNvPr>
          <p:cNvSpPr/>
          <p:nvPr/>
        </p:nvSpPr>
        <p:spPr>
          <a:xfrm>
            <a:off x="4044489" y="3904252"/>
            <a:ext cx="2840890" cy="4924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C7730E32-5870-741F-A9F2-1EA01F4FF09A}"/>
              </a:ext>
            </a:extLst>
          </p:cNvPr>
          <p:cNvSpPr txBox="1"/>
          <p:nvPr/>
        </p:nvSpPr>
        <p:spPr>
          <a:xfrm>
            <a:off x="4040271" y="3986609"/>
            <a:ext cx="2845105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C2EE79CC-FD9C-0628-8A98-17D90987ACFD}"/>
              </a:ext>
            </a:extLst>
          </p:cNvPr>
          <p:cNvCxnSpPr>
            <a:cxnSpLocks/>
            <a:stCxn id="138" idx="2"/>
            <a:endCxn id="59" idx="0"/>
          </p:cNvCxnSpPr>
          <p:nvPr/>
        </p:nvCxnSpPr>
        <p:spPr>
          <a:xfrm>
            <a:off x="5462824" y="3543854"/>
            <a:ext cx="2110" cy="36039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矩形 81">
            <a:extLst>
              <a:ext uri="{FF2B5EF4-FFF2-40B4-BE49-F238E27FC236}">
                <a16:creationId xmlns:a16="http://schemas.microsoft.com/office/drawing/2014/main" id="{CF2727FE-FA1F-D0D3-CC3D-946F6E0803A2}"/>
              </a:ext>
            </a:extLst>
          </p:cNvPr>
          <p:cNvSpPr/>
          <p:nvPr/>
        </p:nvSpPr>
        <p:spPr>
          <a:xfrm>
            <a:off x="7757271" y="4511126"/>
            <a:ext cx="3685779" cy="1314365"/>
          </a:xfrm>
          <a:prstGeom prst="rect">
            <a:avLst/>
          </a:prstGeom>
          <a:solidFill>
            <a:srgbClr val="ECFDF5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4EDBF2F0-6ADF-02D9-7154-244748AB621B}"/>
                  </a:ext>
                </a:extLst>
              </p:cNvPr>
              <p:cNvSpPr txBox="1"/>
              <p:nvPr/>
            </p:nvSpPr>
            <p:spPr>
              <a:xfrm>
                <a:off x="7761553" y="4568144"/>
                <a:ext cx="3681497" cy="1200329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调整窗口：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𝑛𝑒𝑤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0" i="0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min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⁡(2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𝑜𝑙𝑑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+1,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𝑚𝑎𝑥</m:t>
                          </m:r>
                        </m:sub>
                      </m:sSub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)</m:t>
                      </m:r>
                    </m:oMath>
                  </m:oMathPara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生成随机数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∈ [0,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𝑛𝑒𝑤</m:t>
                          </m:r>
                        </m:sub>
                      </m:sSub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m:oMathPara>
                </a14:m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4EDBF2F0-6ADF-02D9-7154-244748AB6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1553" y="4568144"/>
                <a:ext cx="3681497" cy="1200329"/>
              </a:xfrm>
              <a:prstGeom prst="rect">
                <a:avLst/>
              </a:prstGeom>
              <a:blipFill>
                <a:blip r:embed="rId4"/>
                <a:stretch>
                  <a:fillRect t="-3046" b="-50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文本框 86">
            <a:extLst>
              <a:ext uri="{FF2B5EF4-FFF2-40B4-BE49-F238E27FC236}">
                <a16:creationId xmlns:a16="http://schemas.microsoft.com/office/drawing/2014/main" id="{E56AF2DA-0137-2FF5-E175-62BB2CCE2AEF}"/>
              </a:ext>
            </a:extLst>
          </p:cNvPr>
          <p:cNvSpPr txBox="1"/>
          <p:nvPr/>
        </p:nvSpPr>
        <p:spPr>
          <a:xfrm>
            <a:off x="5462823" y="5538297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是</a:t>
            </a: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1D975BDE-7641-ECBD-833C-55C75FA704CB}"/>
              </a:ext>
            </a:extLst>
          </p:cNvPr>
          <p:cNvSpPr txBox="1"/>
          <p:nvPr/>
        </p:nvSpPr>
        <p:spPr>
          <a:xfrm>
            <a:off x="6881163" y="4782454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否</a:t>
            </a: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89C5B583-D8BC-B16B-99CB-DAF8D1D1CC46}"/>
              </a:ext>
            </a:extLst>
          </p:cNvPr>
          <p:cNvCxnSpPr>
            <a:cxnSpLocks/>
            <a:stCxn id="82" idx="3"/>
            <a:endCxn id="107" idx="0"/>
          </p:cNvCxnSpPr>
          <p:nvPr/>
        </p:nvCxnSpPr>
        <p:spPr>
          <a:xfrm flipH="1" flipV="1">
            <a:off x="5462825" y="450795"/>
            <a:ext cx="5980225" cy="4717514"/>
          </a:xfrm>
          <a:prstGeom prst="bentConnector4">
            <a:avLst>
              <a:gd name="adj1" fmla="val -7263"/>
              <a:gd name="adj2" fmla="val 106300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291D4D9A-7140-DC53-AF53-11A38DE92E5C}"/>
              </a:ext>
            </a:extLst>
          </p:cNvPr>
          <p:cNvSpPr txBox="1"/>
          <p:nvPr/>
        </p:nvSpPr>
        <p:spPr>
          <a:xfrm>
            <a:off x="4258565" y="671734"/>
            <a:ext cx="2461546" cy="57351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信道检测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CCA</a:t>
            </a:r>
          </a:p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信道是否空闲？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22286C28-1E9E-92F1-B3CA-484CB3D3C9A1}"/>
                  </a:ext>
                </a:extLst>
              </p:cNvPr>
              <p:cNvSpPr txBox="1"/>
              <p:nvPr/>
            </p:nvSpPr>
            <p:spPr>
              <a:xfrm>
                <a:off x="4738553" y="2970134"/>
                <a:ext cx="1545036" cy="369332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𝑁</m:t>
                    </m:r>
                    <m:r>
                      <a:rPr lang="en-US" altLang="zh-CN" i="1" dirty="0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=0</m:t>
                    </m:r>
                  </m:oMath>
                </a14:m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？</a:t>
                </a:r>
              </a:p>
            </p:txBody>
          </p:sp>
        </mc:Choice>
        <mc:Fallback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22286C28-1E9E-92F1-B3CA-484CB3D3C9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8553" y="2970134"/>
                <a:ext cx="1545036" cy="369332"/>
              </a:xfrm>
              <a:prstGeom prst="rect">
                <a:avLst/>
              </a:prstGeom>
              <a:blipFill>
                <a:blip r:embed="rId5"/>
                <a:stretch>
                  <a:fillRect t="-11475" b="-22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文本框 143">
            <a:extLst>
              <a:ext uri="{FF2B5EF4-FFF2-40B4-BE49-F238E27FC236}">
                <a16:creationId xmlns:a16="http://schemas.microsoft.com/office/drawing/2014/main" id="{7518033F-BF6B-E207-24C5-8BDCC1A12D11}"/>
              </a:ext>
            </a:extLst>
          </p:cNvPr>
          <p:cNvSpPr txBox="1"/>
          <p:nvPr/>
        </p:nvSpPr>
        <p:spPr>
          <a:xfrm>
            <a:off x="4232051" y="4928189"/>
            <a:ext cx="2461546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是否接收到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ACK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？</a:t>
            </a:r>
          </a:p>
        </p:txBody>
      </p:sp>
      <p:grpSp>
        <p:nvGrpSpPr>
          <p:cNvPr id="69" name="组合 68">
            <a:extLst>
              <a:ext uri="{FF2B5EF4-FFF2-40B4-BE49-F238E27FC236}">
                <a16:creationId xmlns:a16="http://schemas.microsoft.com/office/drawing/2014/main" id="{90E7A618-E0BD-CD94-624A-F5A90A8428B6}"/>
              </a:ext>
            </a:extLst>
          </p:cNvPr>
          <p:cNvGrpSpPr/>
          <p:nvPr/>
        </p:nvGrpSpPr>
        <p:grpSpPr>
          <a:xfrm>
            <a:off x="4232051" y="1811585"/>
            <a:ext cx="2461546" cy="690538"/>
            <a:chOff x="4334019" y="1575364"/>
            <a:chExt cx="2461546" cy="690538"/>
          </a:xfrm>
          <a:solidFill>
            <a:srgbClr val="ECFDF5"/>
          </a:solidFill>
        </p:grpSpPr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5C2E3FE1-814F-09F1-8D46-A3C36BB6192F}"/>
                </a:ext>
              </a:extLst>
            </p:cNvPr>
            <p:cNvSpPr/>
            <p:nvPr/>
          </p:nvSpPr>
          <p:spPr>
            <a:xfrm>
              <a:off x="4334019" y="1575364"/>
              <a:ext cx="2461546" cy="690538"/>
            </a:xfrm>
            <a:prstGeom prst="rect">
              <a:avLst/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4CD8618B-2C2F-387F-50CC-0E38C6D7A2BF}"/>
                    </a:ext>
                  </a:extLst>
                </p:cNvPr>
                <p:cNvSpPr txBox="1"/>
                <p:nvPr/>
              </p:nvSpPr>
              <p:spPr>
                <a:xfrm>
                  <a:off x="4496837" y="1756771"/>
                  <a:ext cx="2135911" cy="327722"/>
                </a:xfrm>
                <a:prstGeom prst="rect">
                  <a:avLst/>
                </a:prstGeom>
                <a:grp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随机数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减一</a:t>
                  </a:r>
                </a:p>
              </p:txBody>
            </p:sp>
          </mc:Choice>
          <mc:Fallback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4CD8618B-2C2F-387F-50CC-0E38C6D7A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837" y="1756771"/>
                  <a:ext cx="2135911" cy="327722"/>
                </a:xfrm>
                <a:prstGeom prst="rect">
                  <a:avLst/>
                </a:prstGeom>
                <a:blipFill>
                  <a:blip r:embed="rId6"/>
                  <a:stretch>
                    <a:fillRect t="-20370" b="-3148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52" name="直接箭头连接符 151">
            <a:extLst>
              <a:ext uri="{FF2B5EF4-FFF2-40B4-BE49-F238E27FC236}">
                <a16:creationId xmlns:a16="http://schemas.microsoft.com/office/drawing/2014/main" id="{1DE760E3-80F4-0734-A0BC-9F6C1C1D68AA}"/>
              </a:ext>
            </a:extLst>
          </p:cNvPr>
          <p:cNvCxnSpPr>
            <a:cxnSpLocks/>
            <a:stCxn id="148" idx="2"/>
            <a:endCxn id="138" idx="0"/>
          </p:cNvCxnSpPr>
          <p:nvPr/>
        </p:nvCxnSpPr>
        <p:spPr>
          <a:xfrm>
            <a:off x="5462824" y="2502123"/>
            <a:ext cx="0" cy="25405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箭头连接符 171">
            <a:extLst>
              <a:ext uri="{FF2B5EF4-FFF2-40B4-BE49-F238E27FC236}">
                <a16:creationId xmlns:a16="http://schemas.microsoft.com/office/drawing/2014/main" id="{66257E67-5CF8-8B36-658C-7B2DCA817D0C}"/>
              </a:ext>
            </a:extLst>
          </p:cNvPr>
          <p:cNvCxnSpPr>
            <a:cxnSpLocks/>
            <a:stCxn id="145" idx="2"/>
            <a:endCxn id="208" idx="0"/>
          </p:cNvCxnSpPr>
          <p:nvPr/>
        </p:nvCxnSpPr>
        <p:spPr>
          <a:xfrm flipH="1">
            <a:off x="5458579" y="5599745"/>
            <a:ext cx="4246" cy="35510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箭头连接符 173">
            <a:extLst>
              <a:ext uri="{FF2B5EF4-FFF2-40B4-BE49-F238E27FC236}">
                <a16:creationId xmlns:a16="http://schemas.microsoft.com/office/drawing/2014/main" id="{EA425204-CD49-FAD0-8A03-5182B225D575}"/>
              </a:ext>
            </a:extLst>
          </p:cNvPr>
          <p:cNvCxnSpPr>
            <a:cxnSpLocks/>
            <a:stCxn id="145" idx="3"/>
          </p:cNvCxnSpPr>
          <p:nvPr/>
        </p:nvCxnSpPr>
        <p:spPr>
          <a:xfrm flipV="1">
            <a:off x="6998129" y="5090686"/>
            <a:ext cx="759141" cy="136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箭头连接符 183">
            <a:extLst>
              <a:ext uri="{FF2B5EF4-FFF2-40B4-BE49-F238E27FC236}">
                <a16:creationId xmlns:a16="http://schemas.microsoft.com/office/drawing/2014/main" id="{AFF29800-BAA3-2D68-74BB-2E34D3ADBCFE}"/>
              </a:ext>
            </a:extLst>
          </p:cNvPr>
          <p:cNvCxnSpPr>
            <a:stCxn id="59" idx="2"/>
            <a:endCxn id="145" idx="0"/>
          </p:cNvCxnSpPr>
          <p:nvPr/>
        </p:nvCxnSpPr>
        <p:spPr>
          <a:xfrm flipH="1">
            <a:off x="5462825" y="4396690"/>
            <a:ext cx="2109" cy="18766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文本框 186">
            <a:extLst>
              <a:ext uri="{FF2B5EF4-FFF2-40B4-BE49-F238E27FC236}">
                <a16:creationId xmlns:a16="http://schemas.microsoft.com/office/drawing/2014/main" id="{F238CA07-EE20-B274-9CCC-2487E0A8882C}"/>
              </a:ext>
            </a:extLst>
          </p:cNvPr>
          <p:cNvSpPr txBox="1"/>
          <p:nvPr/>
        </p:nvSpPr>
        <p:spPr>
          <a:xfrm>
            <a:off x="6881163" y="2827078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否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D643235A-30B3-4A36-647B-B4932738206A}"/>
              </a:ext>
            </a:extLst>
          </p:cNvPr>
          <p:cNvSpPr txBox="1"/>
          <p:nvPr/>
        </p:nvSpPr>
        <p:spPr>
          <a:xfrm>
            <a:off x="5462823" y="3581622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是</a:t>
            </a:r>
          </a:p>
        </p:txBody>
      </p:sp>
      <p:sp>
        <p:nvSpPr>
          <p:cNvPr id="189" name="文本框 188">
            <a:extLst>
              <a:ext uri="{FF2B5EF4-FFF2-40B4-BE49-F238E27FC236}">
                <a16:creationId xmlns:a16="http://schemas.microsoft.com/office/drawing/2014/main" id="{F9D7C336-2B36-037D-A56E-BF8B32180ADB}"/>
              </a:ext>
            </a:extLst>
          </p:cNvPr>
          <p:cNvSpPr txBox="1"/>
          <p:nvPr/>
        </p:nvSpPr>
        <p:spPr>
          <a:xfrm>
            <a:off x="5462823" y="1466589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是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A55EC7A4-F28D-42CC-AB9D-E4B77238E520}"/>
              </a:ext>
            </a:extLst>
          </p:cNvPr>
          <p:cNvSpPr txBox="1"/>
          <p:nvPr/>
        </p:nvSpPr>
        <p:spPr>
          <a:xfrm>
            <a:off x="6881163" y="663858"/>
            <a:ext cx="463648" cy="32772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否</a:t>
            </a:r>
          </a:p>
        </p:txBody>
      </p:sp>
      <p:sp>
        <p:nvSpPr>
          <p:cNvPr id="208" name="流程图: 终止 207">
            <a:extLst>
              <a:ext uri="{FF2B5EF4-FFF2-40B4-BE49-F238E27FC236}">
                <a16:creationId xmlns:a16="http://schemas.microsoft.com/office/drawing/2014/main" id="{54E9F143-8E2C-997A-7871-9A067D7C36FA}"/>
              </a:ext>
            </a:extLst>
          </p:cNvPr>
          <p:cNvSpPr/>
          <p:nvPr/>
        </p:nvSpPr>
        <p:spPr>
          <a:xfrm>
            <a:off x="4268027" y="5954847"/>
            <a:ext cx="2381104" cy="787681"/>
          </a:xfrm>
          <a:prstGeom prst="flowChartTerminator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F3754FC-C540-2C55-E949-1F089EF2695F}"/>
              </a:ext>
            </a:extLst>
          </p:cNvPr>
          <p:cNvSpPr txBox="1"/>
          <p:nvPr/>
        </p:nvSpPr>
        <p:spPr>
          <a:xfrm>
            <a:off x="4038134" y="6237572"/>
            <a:ext cx="2840890" cy="22223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传输结束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6776D8BC-D26D-269A-D6BF-7D6030CA5693}"/>
              </a:ext>
            </a:extLst>
          </p:cNvPr>
          <p:cNvCxnSpPr>
            <a:cxnSpLocks/>
            <a:stCxn id="22" idx="0"/>
            <a:endCxn id="2" idx="2"/>
          </p:cNvCxnSpPr>
          <p:nvPr/>
        </p:nvCxnSpPr>
        <p:spPr>
          <a:xfrm flipV="1">
            <a:off x="2030844" y="1539297"/>
            <a:ext cx="0" cy="14185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0ECA69D-1ADB-D004-83CD-0AB0821D9326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10826718" y="991580"/>
            <a:ext cx="1042334" cy="0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流程图: 终止 21">
            <a:extLst>
              <a:ext uri="{FF2B5EF4-FFF2-40B4-BE49-F238E27FC236}">
                <a16:creationId xmlns:a16="http://schemas.microsoft.com/office/drawing/2014/main" id="{7CF13436-AD08-D1C6-167F-AF3BF9710B61}"/>
              </a:ext>
            </a:extLst>
          </p:cNvPr>
          <p:cNvSpPr/>
          <p:nvPr/>
        </p:nvSpPr>
        <p:spPr>
          <a:xfrm>
            <a:off x="527394" y="2957802"/>
            <a:ext cx="3006899" cy="787681"/>
          </a:xfrm>
          <a:prstGeom prst="flowChartTerminator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27D1599-0021-4CCD-F79B-F21DF6CAD45F}"/>
                  </a:ext>
                </a:extLst>
              </p:cNvPr>
              <p:cNvSpPr txBox="1"/>
              <p:nvPr/>
            </p:nvSpPr>
            <p:spPr>
              <a:xfrm>
                <a:off x="562619" y="3028477"/>
                <a:ext cx="2840890" cy="646331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确定优先级和 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LBT 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参数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</m:t>
                    </m:r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𝑊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𝑚𝑖𝑛</m:t>
                        </m:r>
                      </m:sub>
                    </m:sSub>
                    <m:r>
                      <a:rPr lang="zh-CN" altLang="en-US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、</m:t>
                    </m:r>
                    <m:r>
                      <a:rPr lang="en-US" altLang="zh-CN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𝐶</m:t>
                    </m:r>
                    <m:sSub>
                      <m:sSubPr>
                        <m:ctrlP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𝑊</m:t>
                        </m:r>
                      </m:e>
                      <m:sub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𝑚𝑎𝑥</m:t>
                        </m:r>
                      </m:sub>
                    </m:sSub>
                    <m:r>
                      <a:rPr lang="zh-CN" altLang="en-US" i="1" dirty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等</m:t>
                    </m:r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)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427D1599-0021-4CCD-F79B-F21DF6CAD4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19" y="3028477"/>
                <a:ext cx="2840890" cy="646331"/>
              </a:xfrm>
              <a:prstGeom prst="rect">
                <a:avLst/>
              </a:prstGeom>
              <a:blipFill>
                <a:blip r:embed="rId7"/>
                <a:stretch>
                  <a:fillRect t="-6604" b="-141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E54FC1CE-A9F7-00EF-5631-5DBCBE356A26}"/>
              </a:ext>
            </a:extLst>
          </p:cNvPr>
          <p:cNvCxnSpPr>
            <a:cxnSpLocks/>
            <a:stCxn id="138" idx="3"/>
          </p:cNvCxnSpPr>
          <p:nvPr/>
        </p:nvCxnSpPr>
        <p:spPr>
          <a:xfrm>
            <a:off x="6530780" y="3150014"/>
            <a:ext cx="5338272" cy="0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9466CFA-C8F0-14EF-535C-39367FC37735}"/>
              </a:ext>
            </a:extLst>
          </p:cNvPr>
          <p:cNvSpPr/>
          <p:nvPr/>
        </p:nvSpPr>
        <p:spPr>
          <a:xfrm>
            <a:off x="3282229" y="1428761"/>
            <a:ext cx="963930" cy="369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packet1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12CD0FA-E786-7CF2-0277-D35B077B29DB}"/>
              </a:ext>
            </a:extLst>
          </p:cNvPr>
          <p:cNvSpPr/>
          <p:nvPr/>
        </p:nvSpPr>
        <p:spPr>
          <a:xfrm>
            <a:off x="9050569" y="1428761"/>
            <a:ext cx="96393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A8E55AE-C4C5-61C9-D3D2-C645CE43C251}"/>
              </a:ext>
            </a:extLst>
          </p:cNvPr>
          <p:cNvSpPr/>
          <p:nvPr/>
        </p:nvSpPr>
        <p:spPr>
          <a:xfrm>
            <a:off x="5620299" y="1428761"/>
            <a:ext cx="96393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packet2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888AF54-3DC3-C8B7-225D-48555EC6400D}"/>
              </a:ext>
            </a:extLst>
          </p:cNvPr>
          <p:cNvSpPr/>
          <p:nvPr/>
        </p:nvSpPr>
        <p:spPr>
          <a:xfrm>
            <a:off x="3282229" y="3071497"/>
            <a:ext cx="963930" cy="369331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packet1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1678FF6-DC44-2523-C8BE-04F13D7F490E}"/>
              </a:ext>
            </a:extLst>
          </p:cNvPr>
          <p:cNvSpPr/>
          <p:nvPr/>
        </p:nvSpPr>
        <p:spPr>
          <a:xfrm>
            <a:off x="5246388" y="3071496"/>
            <a:ext cx="963930" cy="369332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9C1602D-85E9-B769-0C8D-ACF08845CBE5}"/>
              </a:ext>
            </a:extLst>
          </p:cNvPr>
          <p:cNvSpPr/>
          <p:nvPr/>
        </p:nvSpPr>
        <p:spPr>
          <a:xfrm>
            <a:off x="4267356" y="3071496"/>
            <a:ext cx="963930" cy="369332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packet2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ED76A790-3312-AF98-E625-A11D0003B861}"/>
              </a:ext>
            </a:extLst>
          </p:cNvPr>
          <p:cNvCxnSpPr>
            <a:cxnSpLocks/>
          </p:cNvCxnSpPr>
          <p:nvPr/>
        </p:nvCxnSpPr>
        <p:spPr>
          <a:xfrm>
            <a:off x="2455459" y="1798093"/>
            <a:ext cx="82753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C2CCB4A-48C5-346A-3A25-1E4CE39F7F58}"/>
              </a:ext>
            </a:extLst>
          </p:cNvPr>
          <p:cNvSpPr txBox="1"/>
          <p:nvPr/>
        </p:nvSpPr>
        <p:spPr>
          <a:xfrm>
            <a:off x="9930679" y="1798093"/>
            <a:ext cx="800100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时间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87FDF5-BC8E-E9DC-5FC1-59659EE8396E}"/>
              </a:ext>
            </a:extLst>
          </p:cNvPr>
          <p:cNvSpPr txBox="1"/>
          <p:nvPr/>
        </p:nvSpPr>
        <p:spPr>
          <a:xfrm>
            <a:off x="481494" y="2134221"/>
            <a:ext cx="2369820" cy="369332"/>
          </a:xfrm>
          <a:prstGeom prst="rect">
            <a:avLst/>
          </a:prstGeom>
          <a:solidFill>
            <a:srgbClr val="FFC6C6"/>
          </a:solidFill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应用连续传输机制后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A4EBEDC-B16F-2CA6-69D5-646114E78692}"/>
              </a:ext>
            </a:extLst>
          </p:cNvPr>
          <p:cNvCxnSpPr>
            <a:cxnSpLocks/>
          </p:cNvCxnSpPr>
          <p:nvPr/>
        </p:nvCxnSpPr>
        <p:spPr>
          <a:xfrm>
            <a:off x="2455459" y="3442227"/>
            <a:ext cx="82753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B26EB5C3-F79F-D9FB-18DB-F0D7BC4A494B}"/>
              </a:ext>
            </a:extLst>
          </p:cNvPr>
          <p:cNvSpPr txBox="1"/>
          <p:nvPr/>
        </p:nvSpPr>
        <p:spPr>
          <a:xfrm>
            <a:off x="9930679" y="3442227"/>
            <a:ext cx="800100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时间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E672089-5FDA-2292-DCD3-78EF11C55FEE}"/>
              </a:ext>
            </a:extLst>
          </p:cNvPr>
          <p:cNvCxnSpPr>
            <a:cxnSpLocks/>
            <a:stCxn id="75" idx="0"/>
            <a:endCxn id="4" idx="0"/>
          </p:cNvCxnSpPr>
          <p:nvPr/>
        </p:nvCxnSpPr>
        <p:spPr>
          <a:xfrm rot="16200000" flipH="1">
            <a:off x="3167489" y="832056"/>
            <a:ext cx="207568" cy="985842"/>
          </a:xfrm>
          <a:prstGeom prst="curvedConnector3">
            <a:avLst>
              <a:gd name="adj1" fmla="val -91778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3">
            <a:extLst>
              <a:ext uri="{FF2B5EF4-FFF2-40B4-BE49-F238E27FC236}">
                <a16:creationId xmlns:a16="http://schemas.microsoft.com/office/drawing/2014/main" id="{FB263111-7A71-DE6A-067B-F77A1F858C19}"/>
              </a:ext>
            </a:extLst>
          </p:cNvPr>
          <p:cNvCxnSpPr>
            <a:cxnSpLocks/>
            <a:stCxn id="72" idx="0"/>
            <a:endCxn id="8" idx="0"/>
          </p:cNvCxnSpPr>
          <p:nvPr/>
        </p:nvCxnSpPr>
        <p:spPr>
          <a:xfrm rot="16200000" flipH="1">
            <a:off x="5728766" y="-2375007"/>
            <a:ext cx="207568" cy="7399968"/>
          </a:xfrm>
          <a:prstGeom prst="curvedConnector3">
            <a:avLst>
              <a:gd name="adj1" fmla="val -260648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7A7DAEB8-D8E9-CBB5-FF48-F3556E0A05A8}"/>
              </a:ext>
            </a:extLst>
          </p:cNvPr>
          <p:cNvCxnSpPr>
            <a:cxnSpLocks/>
            <a:stCxn id="74" idx="0"/>
            <a:endCxn id="9" idx="0"/>
          </p:cNvCxnSpPr>
          <p:nvPr/>
        </p:nvCxnSpPr>
        <p:spPr>
          <a:xfrm rot="16200000" flipH="1">
            <a:off x="4175077" y="-498425"/>
            <a:ext cx="207568" cy="3646805"/>
          </a:xfrm>
          <a:prstGeom prst="curvedConnector3">
            <a:avLst>
              <a:gd name="adj1" fmla="val -183556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4BD7258C-D88C-C9B9-0964-4B58173C6A24}"/>
              </a:ext>
            </a:extLst>
          </p:cNvPr>
          <p:cNvCxnSpPr>
            <a:cxnSpLocks/>
            <a:stCxn id="92" idx="0"/>
            <a:endCxn id="29" idx="0"/>
          </p:cNvCxnSpPr>
          <p:nvPr/>
        </p:nvCxnSpPr>
        <p:spPr>
          <a:xfrm rot="16200000" flipH="1">
            <a:off x="3178181" y="2485484"/>
            <a:ext cx="186184" cy="985842"/>
          </a:xfrm>
          <a:prstGeom prst="curvedConnector3">
            <a:avLst>
              <a:gd name="adj1" fmla="val -114596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9A5406E-B98A-E04B-0D00-33DDF24A9075}"/>
              </a:ext>
            </a:extLst>
          </p:cNvPr>
          <p:cNvCxnSpPr>
            <a:cxnSpLocks/>
            <a:stCxn id="91" idx="0"/>
            <a:endCxn id="31" idx="0"/>
          </p:cNvCxnSpPr>
          <p:nvPr/>
        </p:nvCxnSpPr>
        <p:spPr>
          <a:xfrm rot="16200000" flipH="1">
            <a:off x="3509298" y="1831473"/>
            <a:ext cx="186183" cy="2293862"/>
          </a:xfrm>
          <a:prstGeom prst="curvedConnector3">
            <a:avLst>
              <a:gd name="adj1" fmla="val -159617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1694DDB6-DF38-74CB-9C4D-BEB0368322E7}"/>
              </a:ext>
            </a:extLst>
          </p:cNvPr>
          <p:cNvCxnSpPr>
            <a:cxnSpLocks/>
            <a:stCxn id="90" idx="0"/>
            <a:endCxn id="30" idx="0"/>
          </p:cNvCxnSpPr>
          <p:nvPr/>
        </p:nvCxnSpPr>
        <p:spPr>
          <a:xfrm rot="16200000" flipH="1">
            <a:off x="3837367" y="1180511"/>
            <a:ext cx="186183" cy="3595787"/>
          </a:xfrm>
          <a:prstGeom prst="curvedConnector3">
            <a:avLst>
              <a:gd name="adj1" fmla="val -196451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59BAAD1A-60A9-A365-52EE-2C9255BF2A01}"/>
              </a:ext>
            </a:extLst>
          </p:cNvPr>
          <p:cNvSpPr txBox="1"/>
          <p:nvPr/>
        </p:nvSpPr>
        <p:spPr>
          <a:xfrm>
            <a:off x="481494" y="424989"/>
            <a:ext cx="2369820" cy="369332"/>
          </a:xfrm>
          <a:prstGeom prst="rect">
            <a:avLst/>
          </a:prstGeom>
          <a:solidFill>
            <a:srgbClr val="DEEBF7"/>
          </a:solidFill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传统随机接入机制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5C8D724-4DDC-8C2D-49DA-29588656C354}"/>
              </a:ext>
            </a:extLst>
          </p:cNvPr>
          <p:cNvGrpSpPr/>
          <p:nvPr/>
        </p:nvGrpSpPr>
        <p:grpSpPr>
          <a:xfrm>
            <a:off x="256032" y="1144096"/>
            <a:ext cx="2718816" cy="579120"/>
            <a:chOff x="256032" y="4328160"/>
            <a:chExt cx="2718816" cy="579120"/>
          </a:xfrm>
        </p:grpSpPr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0953BE78-5B73-B76C-06F7-A9C8FDEFA1BB}"/>
                </a:ext>
              </a:extLst>
            </p:cNvPr>
            <p:cNvGrpSpPr/>
            <p:nvPr/>
          </p:nvGrpSpPr>
          <p:grpSpPr>
            <a:xfrm>
              <a:off x="2004550" y="4405257"/>
              <a:ext cx="901818" cy="421582"/>
              <a:chOff x="2627376" y="4370725"/>
              <a:chExt cx="901818" cy="421582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6BB7F5FE-E83B-C7CA-17F3-A454C86CC732}"/>
                  </a:ext>
                </a:extLst>
              </p:cNvPr>
              <p:cNvSpPr/>
              <p:nvPr/>
            </p:nvSpPr>
            <p:spPr>
              <a:xfrm>
                <a:off x="2627376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018F82A5-958C-9CEA-EC30-845013297CBD}"/>
                  </a:ext>
                </a:extLst>
              </p:cNvPr>
              <p:cNvSpPr/>
              <p:nvPr/>
            </p:nvSpPr>
            <p:spPr>
              <a:xfrm>
                <a:off x="2950269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9978708F-72D2-C894-BDC5-EB50909F0B3B}"/>
                  </a:ext>
                </a:extLst>
              </p:cNvPr>
              <p:cNvSpPr/>
              <p:nvPr/>
            </p:nvSpPr>
            <p:spPr>
              <a:xfrm>
                <a:off x="3273162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79A8ACC0-1C86-2AC0-A131-C177277C9C30}"/>
                </a:ext>
              </a:extLst>
            </p:cNvPr>
            <p:cNvCxnSpPr/>
            <p:nvPr/>
          </p:nvCxnSpPr>
          <p:spPr>
            <a:xfrm>
              <a:off x="256032" y="432816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7E2232ED-6E26-3BC5-E597-578AF5CD04ED}"/>
                </a:ext>
              </a:extLst>
            </p:cNvPr>
            <p:cNvCxnSpPr/>
            <p:nvPr/>
          </p:nvCxnSpPr>
          <p:spPr>
            <a:xfrm>
              <a:off x="256032" y="490728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28A62B2-D4F4-ED8B-BE2F-123E3DDECDEA}"/>
                </a:ext>
              </a:extLst>
            </p:cNvPr>
            <p:cNvSpPr txBox="1"/>
            <p:nvPr/>
          </p:nvSpPr>
          <p:spPr>
            <a:xfrm>
              <a:off x="287838" y="4433059"/>
              <a:ext cx="1139952" cy="3693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cap="none" spc="0" dirty="0">
                  <a:ln>
                    <a:noFill/>
                  </a:ln>
                  <a:solidFill>
                    <a:schemeClr val="tx1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数据队列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0D2A7A03-EFFB-BE7B-B607-A0DEA7DAB629}"/>
              </a:ext>
            </a:extLst>
          </p:cNvPr>
          <p:cNvGrpSpPr/>
          <p:nvPr/>
        </p:nvGrpSpPr>
        <p:grpSpPr>
          <a:xfrm>
            <a:off x="256032" y="2808216"/>
            <a:ext cx="2718816" cy="579120"/>
            <a:chOff x="256032" y="4328160"/>
            <a:chExt cx="2718816" cy="579120"/>
          </a:xfrm>
        </p:grpSpPr>
        <p:grpSp>
          <p:nvGrpSpPr>
            <p:cNvPr id="86" name="组合 85">
              <a:extLst>
                <a:ext uri="{FF2B5EF4-FFF2-40B4-BE49-F238E27FC236}">
                  <a16:creationId xmlns:a16="http://schemas.microsoft.com/office/drawing/2014/main" id="{2E62753C-D3CD-32F6-A61A-4E1DBAA87C14}"/>
                </a:ext>
              </a:extLst>
            </p:cNvPr>
            <p:cNvGrpSpPr/>
            <p:nvPr/>
          </p:nvGrpSpPr>
          <p:grpSpPr>
            <a:xfrm>
              <a:off x="2004550" y="4405257"/>
              <a:ext cx="901818" cy="421582"/>
              <a:chOff x="2627376" y="4370725"/>
              <a:chExt cx="901818" cy="421582"/>
            </a:xfrm>
          </p:grpSpPr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A9600834-8E62-BC5B-C3B9-31534167BE2D}"/>
                  </a:ext>
                </a:extLst>
              </p:cNvPr>
              <p:cNvSpPr/>
              <p:nvPr/>
            </p:nvSpPr>
            <p:spPr>
              <a:xfrm>
                <a:off x="2627376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EE0903C-4565-4D44-FF86-91E07963B9F3}"/>
                  </a:ext>
                </a:extLst>
              </p:cNvPr>
              <p:cNvSpPr/>
              <p:nvPr/>
            </p:nvSpPr>
            <p:spPr>
              <a:xfrm>
                <a:off x="2950269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2A544E07-0065-B670-88D7-F141B4256B65}"/>
                  </a:ext>
                </a:extLst>
              </p:cNvPr>
              <p:cNvSpPr/>
              <p:nvPr/>
            </p:nvSpPr>
            <p:spPr>
              <a:xfrm>
                <a:off x="3273162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A4619430-A3D7-D8E7-2FD4-2A10536FE621}"/>
                </a:ext>
              </a:extLst>
            </p:cNvPr>
            <p:cNvCxnSpPr/>
            <p:nvPr/>
          </p:nvCxnSpPr>
          <p:spPr>
            <a:xfrm>
              <a:off x="256032" y="432816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>
              <a:extLst>
                <a:ext uri="{FF2B5EF4-FFF2-40B4-BE49-F238E27FC236}">
                  <a16:creationId xmlns:a16="http://schemas.microsoft.com/office/drawing/2014/main" id="{A4264FAF-E462-BA65-A4E9-CAB6E9E22911}"/>
                </a:ext>
              </a:extLst>
            </p:cNvPr>
            <p:cNvCxnSpPr/>
            <p:nvPr/>
          </p:nvCxnSpPr>
          <p:spPr>
            <a:xfrm>
              <a:off x="256032" y="490728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DAE27B3B-2C18-C340-F9C5-03212E8913D9}"/>
                </a:ext>
              </a:extLst>
            </p:cNvPr>
            <p:cNvSpPr txBox="1"/>
            <p:nvPr/>
          </p:nvSpPr>
          <p:spPr>
            <a:xfrm>
              <a:off x="287838" y="4433059"/>
              <a:ext cx="1139952" cy="3693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cap="none" spc="0" dirty="0">
                  <a:ln>
                    <a:noFill/>
                  </a:ln>
                  <a:solidFill>
                    <a:schemeClr val="tx1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数据队列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  <p:pic>
        <p:nvPicPr>
          <p:cNvPr id="4" name="图形 3" descr="信号塔">
            <a:extLst>
              <a:ext uri="{FF2B5EF4-FFF2-40B4-BE49-F238E27FC236}">
                <a16:creationId xmlns:a16="http://schemas.microsoft.com/office/drawing/2014/main" id="{A9A12CD3-0D4E-E04E-4ED4-BBD1513E4C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241" y="620913"/>
            <a:ext cx="2009775" cy="2009775"/>
          </a:xfrm>
          <a:prstGeom prst="rect">
            <a:avLst/>
          </a:prstGeom>
          <a:scene3d>
            <a:camera prst="orthographicFront"/>
            <a:lightRig rig="balanced" dir="t"/>
          </a:scene3d>
          <a:sp3d prstMaterial="plastic">
            <a:bevelT prst="relaxedInset"/>
            <a:bevelB prst="relaxedInset"/>
          </a:sp3d>
        </p:spPr>
      </p:pic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图形 5">
            <a:extLst>
              <a:ext uri="{FF2B5EF4-FFF2-40B4-BE49-F238E27FC236}">
                <a16:creationId xmlns:a16="http://schemas.microsoft.com/office/drawing/2014/main" id="{49B539F2-C8D7-85CC-3CA7-D1DC19AA0CB1}"/>
              </a:ext>
            </a:extLst>
          </p:cNvPr>
          <p:cNvGrpSpPr/>
          <p:nvPr/>
        </p:nvGrpSpPr>
        <p:grpSpPr>
          <a:xfrm>
            <a:off x="762536" y="1031226"/>
            <a:ext cx="525720" cy="4834621"/>
            <a:chOff x="1570256" y="810246"/>
            <a:chExt cx="525720" cy="4834621"/>
          </a:xfrm>
          <a:solidFill>
            <a:srgbClr val="1BA1E2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46CCBCB-4E6B-F80F-0E65-0218F9DAFB1A}"/>
                </a:ext>
              </a:extLst>
            </p:cNvPr>
            <p:cNvSpPr/>
            <p:nvPr/>
          </p:nvSpPr>
          <p:spPr>
            <a:xfrm>
              <a:off x="1570256" y="810246"/>
              <a:ext cx="525720" cy="4834621"/>
            </a:xfrm>
            <a:prstGeom prst="rect">
              <a:avLst/>
            </a:prstGeom>
            <a:solidFill>
              <a:srgbClr val="1BA1E2"/>
            </a:solidFill>
            <a:ln w="8951" cap="flat">
              <a:solidFill>
                <a:srgbClr val="006EAF"/>
              </a:solidFill>
              <a:prstDash val="solid"/>
              <a:miter/>
            </a:ln>
          </p:spPr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96DD0F3-6C96-8FAB-FAEA-5D81E66FF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4733" y="1423527"/>
              <a:ext cx="510321" cy="3639395"/>
            </a:xfrm>
            <a:custGeom>
              <a:avLst/>
              <a:gdLst>
                <a:gd name="csX0" fmla="*/ 0 w 510321"/>
                <a:gd name="csY0" fmla="*/ 0 h 3639395"/>
                <a:gd name="csX1" fmla="*/ 510321 w 510321"/>
                <a:gd name="csY1" fmla="*/ 0 h 3639395"/>
                <a:gd name="csX2" fmla="*/ 510321 w 510321"/>
                <a:gd name="csY2" fmla="*/ 3639396 h 3639395"/>
                <a:gd name="csX3" fmla="*/ 0 w 510321"/>
                <a:gd name="csY3" fmla="*/ 3639396 h 3639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0321" h="3639395">
                  <a:moveTo>
                    <a:pt x="0" y="0"/>
                  </a:moveTo>
                  <a:lnTo>
                    <a:pt x="510321" y="0"/>
                  </a:lnTo>
                  <a:lnTo>
                    <a:pt x="510321" y="3639396"/>
                  </a:lnTo>
                  <a:lnTo>
                    <a:pt x="0" y="3639396"/>
                  </a:lnTo>
                  <a:close/>
                </a:path>
              </a:pathLst>
            </a:custGeom>
          </p:spPr>
        </p:pic>
      </p:grpSp>
      <p:grpSp>
        <p:nvGrpSpPr>
          <p:cNvPr id="11" name="图形 5">
            <a:extLst>
              <a:ext uri="{FF2B5EF4-FFF2-40B4-BE49-F238E27FC236}">
                <a16:creationId xmlns:a16="http://schemas.microsoft.com/office/drawing/2014/main" id="{1FCF0492-5BA4-B4E3-76BB-3B5177AE67E5}"/>
              </a:ext>
            </a:extLst>
          </p:cNvPr>
          <p:cNvGrpSpPr/>
          <p:nvPr/>
        </p:nvGrpSpPr>
        <p:grpSpPr>
          <a:xfrm>
            <a:off x="2024283" y="494046"/>
            <a:ext cx="2944105" cy="358120"/>
            <a:chOff x="2832003" y="273066"/>
            <a:chExt cx="2944105" cy="358120"/>
          </a:xfrm>
          <a:solidFill>
            <a:srgbClr val="DAE8FC"/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8BE102D-05FF-6B80-6912-FE0F4C2D5681}"/>
                </a:ext>
              </a:extLst>
            </p:cNvPr>
            <p:cNvSpPr/>
            <p:nvPr/>
          </p:nvSpPr>
          <p:spPr>
            <a:xfrm>
              <a:off x="2832003" y="27306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AC64F46-4B5E-6C00-EEC3-98DBB99CD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37106" y="37602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4" name="图形 5">
            <a:extLst>
              <a:ext uri="{FF2B5EF4-FFF2-40B4-BE49-F238E27FC236}">
                <a16:creationId xmlns:a16="http://schemas.microsoft.com/office/drawing/2014/main" id="{A9F07226-9198-0580-E24E-0224783462AD}"/>
              </a:ext>
            </a:extLst>
          </p:cNvPr>
          <p:cNvGrpSpPr/>
          <p:nvPr/>
        </p:nvGrpSpPr>
        <p:grpSpPr>
          <a:xfrm>
            <a:off x="2024283" y="1568406"/>
            <a:ext cx="2944105" cy="358120"/>
            <a:chOff x="2832003" y="1347426"/>
            <a:chExt cx="2944105" cy="358120"/>
          </a:xfrm>
          <a:solidFill>
            <a:srgbClr val="DAE8FC"/>
          </a:solidFill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6947C8-8BAB-AFDB-399D-A0D9F72A90C0}"/>
                </a:ext>
              </a:extLst>
            </p:cNvPr>
            <p:cNvSpPr/>
            <p:nvPr/>
          </p:nvSpPr>
          <p:spPr>
            <a:xfrm>
              <a:off x="2832003" y="134742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9868DE1-1790-E780-5DF1-405102B9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7106" y="145038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7" name="图形 5">
            <a:extLst>
              <a:ext uri="{FF2B5EF4-FFF2-40B4-BE49-F238E27FC236}">
                <a16:creationId xmlns:a16="http://schemas.microsoft.com/office/drawing/2014/main" id="{23F1E066-F99C-B5FA-6747-A84BF29DB5E9}"/>
              </a:ext>
            </a:extLst>
          </p:cNvPr>
          <p:cNvGrpSpPr/>
          <p:nvPr/>
        </p:nvGrpSpPr>
        <p:grpSpPr>
          <a:xfrm>
            <a:off x="2024283" y="2642767"/>
            <a:ext cx="2944105" cy="358120"/>
            <a:chOff x="2832003" y="2421787"/>
            <a:chExt cx="2944105" cy="358120"/>
          </a:xfrm>
          <a:solidFill>
            <a:srgbClr val="DAE8FC"/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0CA3C7A-88C0-B1C8-44DE-EB8A7DD9508A}"/>
                </a:ext>
              </a:extLst>
            </p:cNvPr>
            <p:cNvSpPr/>
            <p:nvPr/>
          </p:nvSpPr>
          <p:spPr>
            <a:xfrm>
              <a:off x="2832003" y="242178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A9DBC3A-4883-F1F8-6370-BDFDE7482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37106" y="252474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0" name="图形 5">
            <a:extLst>
              <a:ext uri="{FF2B5EF4-FFF2-40B4-BE49-F238E27FC236}">
                <a16:creationId xmlns:a16="http://schemas.microsoft.com/office/drawing/2014/main" id="{C3DE541D-DE6C-6693-2507-4FC5BA34481C}"/>
              </a:ext>
            </a:extLst>
          </p:cNvPr>
          <p:cNvGrpSpPr/>
          <p:nvPr/>
        </p:nvGrpSpPr>
        <p:grpSpPr>
          <a:xfrm>
            <a:off x="2024283" y="3717127"/>
            <a:ext cx="2944105" cy="358120"/>
            <a:chOff x="2832003" y="3496147"/>
            <a:chExt cx="2944105" cy="358120"/>
          </a:xfrm>
          <a:solidFill>
            <a:srgbClr val="DAE8FC"/>
          </a:solidFill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9AADD5E-1D9B-C3FB-BE30-AD59B437A168}"/>
                </a:ext>
              </a:extLst>
            </p:cNvPr>
            <p:cNvSpPr/>
            <p:nvPr/>
          </p:nvSpPr>
          <p:spPr>
            <a:xfrm>
              <a:off x="2832003" y="349614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B9786E20-14B0-D520-BCB8-F9A460CD1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7106" y="359910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3" name="图形 5">
            <a:extLst>
              <a:ext uri="{FF2B5EF4-FFF2-40B4-BE49-F238E27FC236}">
                <a16:creationId xmlns:a16="http://schemas.microsoft.com/office/drawing/2014/main" id="{6709E097-E0D0-2FB7-6B32-4E24FE1CF31F}"/>
              </a:ext>
            </a:extLst>
          </p:cNvPr>
          <p:cNvGrpSpPr/>
          <p:nvPr/>
        </p:nvGrpSpPr>
        <p:grpSpPr>
          <a:xfrm>
            <a:off x="2024283" y="4791487"/>
            <a:ext cx="2944105" cy="358120"/>
            <a:chOff x="2832003" y="4570507"/>
            <a:chExt cx="2944105" cy="358120"/>
          </a:xfrm>
          <a:solidFill>
            <a:srgbClr val="DAE8FC"/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E29E14E-DC43-C398-0666-1A97655D81AA}"/>
                </a:ext>
              </a:extLst>
            </p:cNvPr>
            <p:cNvSpPr/>
            <p:nvPr/>
          </p:nvSpPr>
          <p:spPr>
            <a:xfrm>
              <a:off x="2832003" y="457050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046D8F19-1C4F-39A6-A80B-4A8D972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37106" y="467346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6" name="图形 5">
            <a:extLst>
              <a:ext uri="{FF2B5EF4-FFF2-40B4-BE49-F238E27FC236}">
                <a16:creationId xmlns:a16="http://schemas.microsoft.com/office/drawing/2014/main" id="{E6FAF3F0-E52B-621C-1F2C-BA4E1070CD2B}"/>
              </a:ext>
            </a:extLst>
          </p:cNvPr>
          <p:cNvGrpSpPr/>
          <p:nvPr/>
        </p:nvGrpSpPr>
        <p:grpSpPr>
          <a:xfrm>
            <a:off x="2024283" y="5865848"/>
            <a:ext cx="2944105" cy="358120"/>
            <a:chOff x="2832003" y="5644868"/>
            <a:chExt cx="2944105" cy="358120"/>
          </a:xfrm>
          <a:solidFill>
            <a:srgbClr val="DAE8FC"/>
          </a:solidFill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5E9F56D-A001-C36B-E259-2936BFD7F389}"/>
                </a:ext>
              </a:extLst>
            </p:cNvPr>
            <p:cNvSpPr/>
            <p:nvPr/>
          </p:nvSpPr>
          <p:spPr>
            <a:xfrm>
              <a:off x="2832003" y="5644868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C562E1F5-65A3-9D59-2CDC-D8EE141F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37106" y="574782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2CE74730-B77C-A977-5B21-70B64235B950}"/>
              </a:ext>
            </a:extLst>
          </p:cNvPr>
          <p:cNvSpPr/>
          <p:nvPr/>
        </p:nvSpPr>
        <p:spPr>
          <a:xfrm>
            <a:off x="5594740" y="22098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81074F-AFE2-2CBD-1D95-67A7F33EBD81}"/>
              </a:ext>
            </a:extLst>
          </p:cNvPr>
          <p:cNvSpPr/>
          <p:nvPr/>
        </p:nvSpPr>
        <p:spPr>
          <a:xfrm>
            <a:off x="5594740" y="129534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62DCFD-032F-410C-6969-6164E56811CE}"/>
              </a:ext>
            </a:extLst>
          </p:cNvPr>
          <p:cNvSpPr/>
          <p:nvPr/>
        </p:nvSpPr>
        <p:spPr>
          <a:xfrm>
            <a:off x="5594740" y="236970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2CE040-F6D3-1ADB-E6A2-2A2162B19FE5}"/>
              </a:ext>
            </a:extLst>
          </p:cNvPr>
          <p:cNvSpPr/>
          <p:nvPr/>
        </p:nvSpPr>
        <p:spPr>
          <a:xfrm>
            <a:off x="5594740" y="344406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70698A-2221-7027-28B9-3753E5B49F3C}"/>
              </a:ext>
            </a:extLst>
          </p:cNvPr>
          <p:cNvSpPr/>
          <p:nvPr/>
        </p:nvSpPr>
        <p:spPr>
          <a:xfrm>
            <a:off x="5594740" y="451842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70D856-CC78-4BB7-3A68-698C4A7544E2}"/>
              </a:ext>
            </a:extLst>
          </p:cNvPr>
          <p:cNvSpPr/>
          <p:nvPr/>
        </p:nvSpPr>
        <p:spPr>
          <a:xfrm>
            <a:off x="5594740" y="559278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grpSp>
        <p:nvGrpSpPr>
          <p:cNvPr id="35" name="图形 5">
            <a:extLst>
              <a:ext uri="{FF2B5EF4-FFF2-40B4-BE49-F238E27FC236}">
                <a16:creationId xmlns:a16="http://schemas.microsoft.com/office/drawing/2014/main" id="{CBDF3372-2F3D-E711-5811-088615147C85}"/>
              </a:ext>
            </a:extLst>
          </p:cNvPr>
          <p:cNvGrpSpPr/>
          <p:nvPr/>
        </p:nvGrpSpPr>
        <p:grpSpPr>
          <a:xfrm>
            <a:off x="5756969" y="314986"/>
            <a:ext cx="1892664" cy="313355"/>
            <a:chOff x="6564689" y="94006"/>
            <a:chExt cx="1892664" cy="313355"/>
          </a:xfrm>
          <a:solidFill>
            <a:srgbClr val="F5F5F5"/>
          </a:solidFill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55EEEAE-69DB-BDD7-DCB8-D6E63328978F}"/>
                </a:ext>
              </a:extLst>
            </p:cNvPr>
            <p:cNvSpPr/>
            <p:nvPr/>
          </p:nvSpPr>
          <p:spPr>
            <a:xfrm>
              <a:off x="6564689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925226B3-CDEC-EB6C-8299-55C05140C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7050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38" name="图形 5">
            <a:extLst>
              <a:ext uri="{FF2B5EF4-FFF2-40B4-BE49-F238E27FC236}">
                <a16:creationId xmlns:a16="http://schemas.microsoft.com/office/drawing/2014/main" id="{32C406E9-99CF-B3A5-AA36-AF1D029CF56E}"/>
              </a:ext>
            </a:extLst>
          </p:cNvPr>
          <p:cNvGrpSpPr/>
          <p:nvPr/>
        </p:nvGrpSpPr>
        <p:grpSpPr>
          <a:xfrm>
            <a:off x="7754742" y="314986"/>
            <a:ext cx="1892664" cy="313355"/>
            <a:chOff x="8562462" y="94006"/>
            <a:chExt cx="1892664" cy="313355"/>
          </a:xfrm>
          <a:solidFill>
            <a:srgbClr val="F5F5F5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6F4FAFA-AE5E-2FF6-3FFF-6090D68B425A}"/>
                </a:ext>
              </a:extLst>
            </p:cNvPr>
            <p:cNvSpPr/>
            <p:nvPr/>
          </p:nvSpPr>
          <p:spPr>
            <a:xfrm>
              <a:off x="8562462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276C70D3-23C9-4708-BD2B-0A13C3B1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6702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1" name="图形 5">
            <a:extLst>
              <a:ext uri="{FF2B5EF4-FFF2-40B4-BE49-F238E27FC236}">
                <a16:creationId xmlns:a16="http://schemas.microsoft.com/office/drawing/2014/main" id="{E0B8AC49-39F8-F7E9-2491-8DC924FF1EE0}"/>
              </a:ext>
            </a:extLst>
          </p:cNvPr>
          <p:cNvGrpSpPr/>
          <p:nvPr/>
        </p:nvGrpSpPr>
        <p:grpSpPr>
          <a:xfrm>
            <a:off x="5756969" y="717871"/>
            <a:ext cx="1892664" cy="313355"/>
            <a:chOff x="6564689" y="496891"/>
            <a:chExt cx="1892664" cy="313355"/>
          </a:xfrm>
          <a:solidFill>
            <a:srgbClr val="F5F5F5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AA03F083-866E-0023-1775-CA4F108008D4}"/>
                </a:ext>
              </a:extLst>
            </p:cNvPr>
            <p:cNvSpPr/>
            <p:nvPr/>
          </p:nvSpPr>
          <p:spPr>
            <a:xfrm>
              <a:off x="6564689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196D7366-D8B9-C883-A0CE-450493AB8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7050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4" name="图形 5">
            <a:extLst>
              <a:ext uri="{FF2B5EF4-FFF2-40B4-BE49-F238E27FC236}">
                <a16:creationId xmlns:a16="http://schemas.microsoft.com/office/drawing/2014/main" id="{5D51C6BE-E524-546D-65B2-8A6B48E83A76}"/>
              </a:ext>
            </a:extLst>
          </p:cNvPr>
          <p:cNvGrpSpPr/>
          <p:nvPr/>
        </p:nvGrpSpPr>
        <p:grpSpPr>
          <a:xfrm>
            <a:off x="7754742" y="717871"/>
            <a:ext cx="1892664" cy="313355"/>
            <a:chOff x="8562462" y="496891"/>
            <a:chExt cx="1892664" cy="313355"/>
          </a:xfrm>
          <a:solidFill>
            <a:srgbClr val="F5F5F5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E4AB0A8-23C3-279E-3708-0D7C062CF1D1}"/>
                </a:ext>
              </a:extLst>
            </p:cNvPr>
            <p:cNvSpPr/>
            <p:nvPr/>
          </p:nvSpPr>
          <p:spPr>
            <a:xfrm>
              <a:off x="8562462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E0A7060D-D339-BFBC-8631-4AF701EBE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6702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7" name="图形 5">
            <a:extLst>
              <a:ext uri="{FF2B5EF4-FFF2-40B4-BE49-F238E27FC236}">
                <a16:creationId xmlns:a16="http://schemas.microsoft.com/office/drawing/2014/main" id="{6AFC2199-D8EF-FDFE-FFCB-D96A6D09E16D}"/>
              </a:ext>
            </a:extLst>
          </p:cNvPr>
          <p:cNvGrpSpPr/>
          <p:nvPr/>
        </p:nvGrpSpPr>
        <p:grpSpPr>
          <a:xfrm>
            <a:off x="5756969" y="1389346"/>
            <a:ext cx="3890348" cy="313355"/>
            <a:chOff x="6564689" y="1168366"/>
            <a:chExt cx="3890348" cy="313355"/>
          </a:xfrm>
          <a:solidFill>
            <a:srgbClr val="F5F5F5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3C042D4-3532-F77D-A859-656B7A919798}"/>
                </a:ext>
              </a:extLst>
            </p:cNvPr>
            <p:cNvSpPr/>
            <p:nvPr/>
          </p:nvSpPr>
          <p:spPr>
            <a:xfrm>
              <a:off x="6564689" y="1168366"/>
              <a:ext cx="3890348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57D0C410-177A-6802-5816-AC165EA9C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70508" y="1266849"/>
              <a:ext cx="3876650" cy="152201"/>
            </a:xfrm>
            <a:custGeom>
              <a:avLst/>
              <a:gdLst>
                <a:gd name="csX0" fmla="*/ 0 w 3876650"/>
                <a:gd name="csY0" fmla="*/ 0 h 152201"/>
                <a:gd name="csX1" fmla="*/ 3876650 w 3876650"/>
                <a:gd name="csY1" fmla="*/ 0 h 152201"/>
                <a:gd name="csX2" fmla="*/ 3876650 w 3876650"/>
                <a:gd name="csY2" fmla="*/ 152201 h 152201"/>
                <a:gd name="csX3" fmla="*/ 0 w 3876650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76650" h="152201">
                  <a:moveTo>
                    <a:pt x="0" y="0"/>
                  </a:moveTo>
                  <a:lnTo>
                    <a:pt x="3876650" y="0"/>
                  </a:lnTo>
                  <a:lnTo>
                    <a:pt x="3876650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0" name="图形 5">
            <a:extLst>
              <a:ext uri="{FF2B5EF4-FFF2-40B4-BE49-F238E27FC236}">
                <a16:creationId xmlns:a16="http://schemas.microsoft.com/office/drawing/2014/main" id="{D2FF2C8E-F87E-D4C6-7370-319A79435A05}"/>
              </a:ext>
            </a:extLst>
          </p:cNvPr>
          <p:cNvGrpSpPr/>
          <p:nvPr/>
        </p:nvGrpSpPr>
        <p:grpSpPr>
          <a:xfrm>
            <a:off x="5756969" y="1792231"/>
            <a:ext cx="1892664" cy="313355"/>
            <a:chOff x="6564689" y="1571251"/>
            <a:chExt cx="1892664" cy="313355"/>
          </a:xfrm>
          <a:solidFill>
            <a:srgbClr val="F5F5F5"/>
          </a:solidFill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4371065-B3F3-8967-645A-F1403757A64F}"/>
                </a:ext>
              </a:extLst>
            </p:cNvPr>
            <p:cNvSpPr/>
            <p:nvPr/>
          </p:nvSpPr>
          <p:spPr>
            <a:xfrm>
              <a:off x="6564689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4357FF43-4014-5A05-77C1-0D61AE21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7050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3" name="图形 5">
            <a:extLst>
              <a:ext uri="{FF2B5EF4-FFF2-40B4-BE49-F238E27FC236}">
                <a16:creationId xmlns:a16="http://schemas.microsoft.com/office/drawing/2014/main" id="{DA14FBCF-BB29-0C08-BB9C-120D8C3018DA}"/>
              </a:ext>
            </a:extLst>
          </p:cNvPr>
          <p:cNvGrpSpPr/>
          <p:nvPr/>
        </p:nvGrpSpPr>
        <p:grpSpPr>
          <a:xfrm>
            <a:off x="7754742" y="1792231"/>
            <a:ext cx="1892664" cy="313355"/>
            <a:chOff x="8562462" y="1571251"/>
            <a:chExt cx="1892664" cy="313355"/>
          </a:xfrm>
          <a:solidFill>
            <a:srgbClr val="F5F5F5"/>
          </a:solidFill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C4D2CF9-291A-DA03-2323-FE608B4075F5}"/>
                </a:ext>
              </a:extLst>
            </p:cNvPr>
            <p:cNvSpPr/>
            <p:nvPr/>
          </p:nvSpPr>
          <p:spPr>
            <a:xfrm>
              <a:off x="8562462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ECD4F9CB-D48B-F229-8E07-17F85FAF0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56702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6" name="图形 5">
            <a:extLst>
              <a:ext uri="{FF2B5EF4-FFF2-40B4-BE49-F238E27FC236}">
                <a16:creationId xmlns:a16="http://schemas.microsoft.com/office/drawing/2014/main" id="{B9395F15-74BF-413D-EC01-493F3BC0D963}"/>
              </a:ext>
            </a:extLst>
          </p:cNvPr>
          <p:cNvGrpSpPr/>
          <p:nvPr/>
        </p:nvGrpSpPr>
        <p:grpSpPr>
          <a:xfrm>
            <a:off x="5756969" y="2463707"/>
            <a:ext cx="1892664" cy="313355"/>
            <a:chOff x="6564689" y="2242727"/>
            <a:chExt cx="1892664" cy="313355"/>
          </a:xfrm>
          <a:solidFill>
            <a:srgbClr val="F5F5F5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5C6F806B-7767-6EC8-B53C-7AD5A2DE7572}"/>
                </a:ext>
              </a:extLst>
            </p:cNvPr>
            <p:cNvSpPr/>
            <p:nvPr/>
          </p:nvSpPr>
          <p:spPr>
            <a:xfrm>
              <a:off x="6564689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20030B56-83EF-D1A6-03FC-59CBFB4FB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57050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9" name="图形 5">
            <a:extLst>
              <a:ext uri="{FF2B5EF4-FFF2-40B4-BE49-F238E27FC236}">
                <a16:creationId xmlns:a16="http://schemas.microsoft.com/office/drawing/2014/main" id="{CAAC6E73-BA31-195E-2A9F-0794324FC16C}"/>
              </a:ext>
            </a:extLst>
          </p:cNvPr>
          <p:cNvGrpSpPr/>
          <p:nvPr/>
        </p:nvGrpSpPr>
        <p:grpSpPr>
          <a:xfrm>
            <a:off x="7754742" y="2463707"/>
            <a:ext cx="1892664" cy="313355"/>
            <a:chOff x="8562462" y="2242727"/>
            <a:chExt cx="1892664" cy="313355"/>
          </a:xfrm>
          <a:solidFill>
            <a:srgbClr val="F5F5F5"/>
          </a:solidFill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0670A8FE-2B38-EF0D-F044-2AE2322C9732}"/>
                </a:ext>
              </a:extLst>
            </p:cNvPr>
            <p:cNvSpPr/>
            <p:nvPr/>
          </p:nvSpPr>
          <p:spPr>
            <a:xfrm>
              <a:off x="8562462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3C1DD9B-B7A9-9040-F522-3698EAED7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56702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2" name="图形 5">
            <a:extLst>
              <a:ext uri="{FF2B5EF4-FFF2-40B4-BE49-F238E27FC236}">
                <a16:creationId xmlns:a16="http://schemas.microsoft.com/office/drawing/2014/main" id="{908CF182-3778-F88E-B747-C80AA344CD20}"/>
              </a:ext>
            </a:extLst>
          </p:cNvPr>
          <p:cNvGrpSpPr/>
          <p:nvPr/>
        </p:nvGrpSpPr>
        <p:grpSpPr>
          <a:xfrm>
            <a:off x="5756969" y="2866592"/>
            <a:ext cx="1892664" cy="313355"/>
            <a:chOff x="6564689" y="2645612"/>
            <a:chExt cx="1892664" cy="313355"/>
          </a:xfrm>
          <a:solidFill>
            <a:srgbClr val="F5F5F5"/>
          </a:solidFill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DAEBDDE-3AEA-554F-9EE6-BAC24F8757DA}"/>
                </a:ext>
              </a:extLst>
            </p:cNvPr>
            <p:cNvSpPr/>
            <p:nvPr/>
          </p:nvSpPr>
          <p:spPr>
            <a:xfrm>
              <a:off x="6564689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8D67DD4E-4793-2880-1000-9222D2B51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57050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5" name="图形 5">
            <a:extLst>
              <a:ext uri="{FF2B5EF4-FFF2-40B4-BE49-F238E27FC236}">
                <a16:creationId xmlns:a16="http://schemas.microsoft.com/office/drawing/2014/main" id="{6064BD13-0BF8-036B-56FD-A61B5AC2495D}"/>
              </a:ext>
            </a:extLst>
          </p:cNvPr>
          <p:cNvGrpSpPr/>
          <p:nvPr/>
        </p:nvGrpSpPr>
        <p:grpSpPr>
          <a:xfrm>
            <a:off x="7754742" y="2866592"/>
            <a:ext cx="1892664" cy="313355"/>
            <a:chOff x="8562462" y="2645612"/>
            <a:chExt cx="1892664" cy="313355"/>
          </a:xfrm>
          <a:solidFill>
            <a:srgbClr val="F5F5F5"/>
          </a:solidFill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6F0362B-1E61-9323-5D3B-A00819C014C8}"/>
                </a:ext>
              </a:extLst>
            </p:cNvPr>
            <p:cNvSpPr/>
            <p:nvPr/>
          </p:nvSpPr>
          <p:spPr>
            <a:xfrm>
              <a:off x="8562462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86A46884-BBD4-94C1-F213-24021874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6702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8" name="图形 5">
            <a:extLst>
              <a:ext uri="{FF2B5EF4-FFF2-40B4-BE49-F238E27FC236}">
                <a16:creationId xmlns:a16="http://schemas.microsoft.com/office/drawing/2014/main" id="{E8F3019A-E376-42B6-B93D-3A6AE3FD0616}"/>
              </a:ext>
            </a:extLst>
          </p:cNvPr>
          <p:cNvGrpSpPr/>
          <p:nvPr/>
        </p:nvGrpSpPr>
        <p:grpSpPr>
          <a:xfrm>
            <a:off x="5756969" y="3538067"/>
            <a:ext cx="1892664" cy="313355"/>
            <a:chOff x="6564689" y="3317087"/>
            <a:chExt cx="1892664" cy="313355"/>
          </a:xfrm>
          <a:solidFill>
            <a:srgbClr val="F5F5F5"/>
          </a:solidFill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0155E63D-64B4-496B-AD71-B0E17C15D002}"/>
                </a:ext>
              </a:extLst>
            </p:cNvPr>
            <p:cNvSpPr/>
            <p:nvPr/>
          </p:nvSpPr>
          <p:spPr>
            <a:xfrm>
              <a:off x="6564689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B2C647E8-C394-AC88-865C-C4070B6D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57050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1" name="图形 5">
            <a:extLst>
              <a:ext uri="{FF2B5EF4-FFF2-40B4-BE49-F238E27FC236}">
                <a16:creationId xmlns:a16="http://schemas.microsoft.com/office/drawing/2014/main" id="{6535C05C-8FFD-DE3F-070E-806F6B12B413}"/>
              </a:ext>
            </a:extLst>
          </p:cNvPr>
          <p:cNvGrpSpPr/>
          <p:nvPr/>
        </p:nvGrpSpPr>
        <p:grpSpPr>
          <a:xfrm>
            <a:off x="7754742" y="3538067"/>
            <a:ext cx="1892664" cy="313355"/>
            <a:chOff x="8562462" y="3317087"/>
            <a:chExt cx="1892664" cy="313355"/>
          </a:xfrm>
          <a:solidFill>
            <a:srgbClr val="F5F5F5"/>
          </a:solidFill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A2824B5-AB77-76F7-399F-A37CD0AF8481}"/>
                </a:ext>
              </a:extLst>
            </p:cNvPr>
            <p:cNvSpPr/>
            <p:nvPr/>
          </p:nvSpPr>
          <p:spPr>
            <a:xfrm>
              <a:off x="8562462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C9EA1BED-C217-CA1E-12AA-5A403FBD6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6702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4" name="图形 5">
            <a:extLst>
              <a:ext uri="{FF2B5EF4-FFF2-40B4-BE49-F238E27FC236}">
                <a16:creationId xmlns:a16="http://schemas.microsoft.com/office/drawing/2014/main" id="{D8F3346C-B331-C04F-A28F-92D92F123AF7}"/>
              </a:ext>
            </a:extLst>
          </p:cNvPr>
          <p:cNvGrpSpPr/>
          <p:nvPr/>
        </p:nvGrpSpPr>
        <p:grpSpPr>
          <a:xfrm>
            <a:off x="5756969" y="3940952"/>
            <a:ext cx="1892664" cy="313355"/>
            <a:chOff x="6564689" y="3719972"/>
            <a:chExt cx="1892664" cy="313355"/>
          </a:xfrm>
          <a:solidFill>
            <a:srgbClr val="F5F5F5"/>
          </a:solidFill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882C8A3-2FB6-F436-CBF4-04F8D0A40F43}"/>
                </a:ext>
              </a:extLst>
            </p:cNvPr>
            <p:cNvSpPr/>
            <p:nvPr/>
          </p:nvSpPr>
          <p:spPr>
            <a:xfrm>
              <a:off x="6564689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63838C7E-C9FE-3F54-DA57-7C90F4728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7050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7" name="图形 5">
            <a:extLst>
              <a:ext uri="{FF2B5EF4-FFF2-40B4-BE49-F238E27FC236}">
                <a16:creationId xmlns:a16="http://schemas.microsoft.com/office/drawing/2014/main" id="{4E5BED50-1BCA-A3BC-2712-B6EA2A5D8F1D}"/>
              </a:ext>
            </a:extLst>
          </p:cNvPr>
          <p:cNvGrpSpPr/>
          <p:nvPr/>
        </p:nvGrpSpPr>
        <p:grpSpPr>
          <a:xfrm>
            <a:off x="7754742" y="3940952"/>
            <a:ext cx="1892664" cy="313355"/>
            <a:chOff x="8562462" y="3719972"/>
            <a:chExt cx="1892664" cy="313355"/>
          </a:xfrm>
          <a:solidFill>
            <a:srgbClr val="F5F5F5"/>
          </a:solidFill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FCDDDFE-FF8A-C484-8B98-05018349D156}"/>
                </a:ext>
              </a:extLst>
            </p:cNvPr>
            <p:cNvSpPr/>
            <p:nvPr/>
          </p:nvSpPr>
          <p:spPr>
            <a:xfrm>
              <a:off x="8562462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2630E598-9A5F-409F-3BD7-DE5C6638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6702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0" name="图形 5">
            <a:extLst>
              <a:ext uri="{FF2B5EF4-FFF2-40B4-BE49-F238E27FC236}">
                <a16:creationId xmlns:a16="http://schemas.microsoft.com/office/drawing/2014/main" id="{A43BCC4A-58EC-B1FB-CBB5-43CBC543E47F}"/>
              </a:ext>
            </a:extLst>
          </p:cNvPr>
          <p:cNvGrpSpPr/>
          <p:nvPr/>
        </p:nvGrpSpPr>
        <p:grpSpPr>
          <a:xfrm>
            <a:off x="5756969" y="4612427"/>
            <a:ext cx="1892664" cy="313355"/>
            <a:chOff x="6564689" y="4391447"/>
            <a:chExt cx="1892664" cy="313355"/>
          </a:xfrm>
          <a:solidFill>
            <a:srgbClr val="F5F5F5"/>
          </a:solidFill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CBA00-3506-9A72-75E3-AB6A0DFDBA5C}"/>
                </a:ext>
              </a:extLst>
            </p:cNvPr>
            <p:cNvSpPr/>
            <p:nvPr/>
          </p:nvSpPr>
          <p:spPr>
            <a:xfrm>
              <a:off x="6564689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B6A0E02C-6E26-EBCB-6E34-F99B2E725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57050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3" name="图形 5">
            <a:extLst>
              <a:ext uri="{FF2B5EF4-FFF2-40B4-BE49-F238E27FC236}">
                <a16:creationId xmlns:a16="http://schemas.microsoft.com/office/drawing/2014/main" id="{73BD5C7B-F39D-B5DB-5D9E-EFEA3D08E08B}"/>
              </a:ext>
            </a:extLst>
          </p:cNvPr>
          <p:cNvGrpSpPr/>
          <p:nvPr/>
        </p:nvGrpSpPr>
        <p:grpSpPr>
          <a:xfrm>
            <a:off x="7754742" y="4612427"/>
            <a:ext cx="1892664" cy="313355"/>
            <a:chOff x="8562462" y="4391447"/>
            <a:chExt cx="1892664" cy="313355"/>
          </a:xfrm>
          <a:solidFill>
            <a:srgbClr val="F5F5F5"/>
          </a:solidFill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8D935EC3-8292-9CAC-0063-1F5035D76446}"/>
                </a:ext>
              </a:extLst>
            </p:cNvPr>
            <p:cNvSpPr/>
            <p:nvPr/>
          </p:nvSpPr>
          <p:spPr>
            <a:xfrm>
              <a:off x="8562462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F222FB23-9AE7-44B7-EB21-912D07B01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6702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6" name="图形 5">
            <a:extLst>
              <a:ext uri="{FF2B5EF4-FFF2-40B4-BE49-F238E27FC236}">
                <a16:creationId xmlns:a16="http://schemas.microsoft.com/office/drawing/2014/main" id="{BDC9CB9E-73FC-E827-E324-7DF9AD72E182}"/>
              </a:ext>
            </a:extLst>
          </p:cNvPr>
          <p:cNvGrpSpPr/>
          <p:nvPr/>
        </p:nvGrpSpPr>
        <p:grpSpPr>
          <a:xfrm>
            <a:off x="5756969" y="5015312"/>
            <a:ext cx="1892664" cy="313355"/>
            <a:chOff x="6564689" y="4794332"/>
            <a:chExt cx="1892664" cy="313355"/>
          </a:xfrm>
          <a:solidFill>
            <a:srgbClr val="F5F5F5"/>
          </a:solidFill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27D65CB9-C043-E091-BA84-AF66977349C1}"/>
                </a:ext>
              </a:extLst>
            </p:cNvPr>
            <p:cNvSpPr/>
            <p:nvPr/>
          </p:nvSpPr>
          <p:spPr>
            <a:xfrm>
              <a:off x="6564689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9E630C14-16EC-AAD8-4DEB-3B9C976A2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7050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9" name="图形 5">
            <a:extLst>
              <a:ext uri="{FF2B5EF4-FFF2-40B4-BE49-F238E27FC236}">
                <a16:creationId xmlns:a16="http://schemas.microsoft.com/office/drawing/2014/main" id="{EE4F5A46-A7D8-6616-F375-3082D8A758DF}"/>
              </a:ext>
            </a:extLst>
          </p:cNvPr>
          <p:cNvGrpSpPr/>
          <p:nvPr/>
        </p:nvGrpSpPr>
        <p:grpSpPr>
          <a:xfrm>
            <a:off x="7754742" y="5015312"/>
            <a:ext cx="1892664" cy="313355"/>
            <a:chOff x="8562462" y="4794332"/>
            <a:chExt cx="1892664" cy="313355"/>
          </a:xfrm>
          <a:solidFill>
            <a:srgbClr val="F5F5F5"/>
          </a:solidFill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75CB813-DB7E-27FD-52FF-FEF5088D4BBE}"/>
                </a:ext>
              </a:extLst>
            </p:cNvPr>
            <p:cNvSpPr/>
            <p:nvPr/>
          </p:nvSpPr>
          <p:spPr>
            <a:xfrm>
              <a:off x="8562462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867EFCD1-CF68-56E0-71D2-7B07FE07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56702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2" name="图形 5">
            <a:extLst>
              <a:ext uri="{FF2B5EF4-FFF2-40B4-BE49-F238E27FC236}">
                <a16:creationId xmlns:a16="http://schemas.microsoft.com/office/drawing/2014/main" id="{E367D6ED-1C1A-2C74-8EDC-A12B3F50641E}"/>
              </a:ext>
            </a:extLst>
          </p:cNvPr>
          <p:cNvGrpSpPr/>
          <p:nvPr/>
        </p:nvGrpSpPr>
        <p:grpSpPr>
          <a:xfrm>
            <a:off x="5914721" y="5865848"/>
            <a:ext cx="1577161" cy="358120"/>
            <a:chOff x="6722441" y="5644868"/>
            <a:chExt cx="1577161" cy="358120"/>
          </a:xfrm>
          <a:solidFill>
            <a:srgbClr val="F5F5F5"/>
          </a:solidFill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2705C9A-F408-E18E-EE93-A0BB49EFDD32}"/>
                </a:ext>
              </a:extLst>
            </p:cNvPr>
            <p:cNvSpPr/>
            <p:nvPr/>
          </p:nvSpPr>
          <p:spPr>
            <a:xfrm>
              <a:off x="6722441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7DAE8EDC-ABFB-5B81-9F52-329B34BBD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722709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5" name="图形 5">
            <a:extLst>
              <a:ext uri="{FF2B5EF4-FFF2-40B4-BE49-F238E27FC236}">
                <a16:creationId xmlns:a16="http://schemas.microsoft.com/office/drawing/2014/main" id="{B1033D2A-18EB-A2B4-401A-5DDB05A39F1F}"/>
              </a:ext>
            </a:extLst>
          </p:cNvPr>
          <p:cNvGrpSpPr/>
          <p:nvPr/>
        </p:nvGrpSpPr>
        <p:grpSpPr>
          <a:xfrm>
            <a:off x="7912404" y="5865848"/>
            <a:ext cx="1577161" cy="358120"/>
            <a:chOff x="8720124" y="5644868"/>
            <a:chExt cx="1577161" cy="358120"/>
          </a:xfrm>
          <a:solidFill>
            <a:srgbClr val="F5F5F5"/>
          </a:solidFill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B9765FC8-92BF-2D5B-0ED4-27C2420E72F1}"/>
                </a:ext>
              </a:extLst>
            </p:cNvPr>
            <p:cNvSpPr/>
            <p:nvPr/>
          </p:nvSpPr>
          <p:spPr>
            <a:xfrm>
              <a:off x="8720124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70A67941-F66A-F9FF-44C5-6DF2A69B3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28182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5731C5C-BE62-FD4F-A068-488A91B5C14D}"/>
              </a:ext>
            </a:extLst>
          </p:cNvPr>
          <p:cNvSpPr/>
          <p:nvPr/>
        </p:nvSpPr>
        <p:spPr>
          <a:xfrm>
            <a:off x="1283780" y="668630"/>
            <a:ext cx="736026" cy="2775430"/>
          </a:xfrm>
          <a:custGeom>
            <a:avLst/>
            <a:gdLst>
              <a:gd name="csX0" fmla="*/ 0 w 736026"/>
              <a:gd name="csY0" fmla="*/ 2775431 h 2775430"/>
              <a:gd name="csX1" fmla="*/ 367789 w 736026"/>
              <a:gd name="csY1" fmla="*/ 1387715 h 2775430"/>
              <a:gd name="csX2" fmla="*/ 736026 w 736026"/>
              <a:gd name="csY2" fmla="*/ 0 h 27754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775430">
                <a:moveTo>
                  <a:pt x="0" y="2775431"/>
                </a:moveTo>
                <a:cubicBezTo>
                  <a:pt x="245193" y="2775431"/>
                  <a:pt x="367789" y="2312859"/>
                  <a:pt x="367789" y="1387715"/>
                </a:cubicBezTo>
                <a:cubicBezTo>
                  <a:pt x="367789" y="46257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EA1E2956-EC0E-DDB5-A578-8938CF548601}"/>
              </a:ext>
            </a:extLst>
          </p:cNvPr>
          <p:cNvSpPr/>
          <p:nvPr/>
        </p:nvSpPr>
        <p:spPr>
          <a:xfrm>
            <a:off x="1283780" y="1742990"/>
            <a:ext cx="736026" cy="1701070"/>
          </a:xfrm>
          <a:custGeom>
            <a:avLst/>
            <a:gdLst>
              <a:gd name="csX0" fmla="*/ 0 w 736026"/>
              <a:gd name="csY0" fmla="*/ 1701071 h 1701070"/>
              <a:gd name="csX1" fmla="*/ 367789 w 736026"/>
              <a:gd name="csY1" fmla="*/ 850535 h 1701070"/>
              <a:gd name="csX2" fmla="*/ 736026 w 736026"/>
              <a:gd name="csY2" fmla="*/ 0 h 1701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701070">
                <a:moveTo>
                  <a:pt x="0" y="1701071"/>
                </a:moveTo>
                <a:cubicBezTo>
                  <a:pt x="245193" y="1701071"/>
                  <a:pt x="367789" y="1417559"/>
                  <a:pt x="367789" y="850535"/>
                </a:cubicBezTo>
                <a:cubicBezTo>
                  <a:pt x="367789" y="28351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FB1807F8-D9EC-E5DA-BDF1-52E04AD4933C}"/>
              </a:ext>
            </a:extLst>
          </p:cNvPr>
          <p:cNvSpPr/>
          <p:nvPr/>
        </p:nvSpPr>
        <p:spPr>
          <a:xfrm>
            <a:off x="1283780" y="2817350"/>
            <a:ext cx="736026" cy="626710"/>
          </a:xfrm>
          <a:custGeom>
            <a:avLst/>
            <a:gdLst>
              <a:gd name="csX0" fmla="*/ 0 w 736026"/>
              <a:gd name="csY0" fmla="*/ 626710 h 626710"/>
              <a:gd name="csX1" fmla="*/ 367789 w 736026"/>
              <a:gd name="csY1" fmla="*/ 313355 h 626710"/>
              <a:gd name="csX2" fmla="*/ 736026 w 736026"/>
              <a:gd name="csY2" fmla="*/ 0 h 626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626710">
                <a:moveTo>
                  <a:pt x="0" y="626710"/>
                </a:moveTo>
                <a:cubicBezTo>
                  <a:pt x="245193" y="626710"/>
                  <a:pt x="367789" y="522259"/>
                  <a:pt x="367789" y="313355"/>
                </a:cubicBezTo>
                <a:cubicBezTo>
                  <a:pt x="367789" y="10445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899DD711-7B09-4CA1-0748-D9F1F2B05E91}"/>
              </a:ext>
            </a:extLst>
          </p:cNvPr>
          <p:cNvSpPr/>
          <p:nvPr/>
        </p:nvSpPr>
        <p:spPr>
          <a:xfrm>
            <a:off x="1283780" y="3444060"/>
            <a:ext cx="736026" cy="447650"/>
          </a:xfrm>
          <a:custGeom>
            <a:avLst/>
            <a:gdLst>
              <a:gd name="csX0" fmla="*/ 0 w 736026"/>
              <a:gd name="csY0" fmla="*/ 0 h 447650"/>
              <a:gd name="csX1" fmla="*/ 367789 w 736026"/>
              <a:gd name="csY1" fmla="*/ 223825 h 447650"/>
              <a:gd name="csX2" fmla="*/ 736026 w 736026"/>
              <a:gd name="csY2" fmla="*/ 447650 h 4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447650">
                <a:moveTo>
                  <a:pt x="0" y="0"/>
                </a:moveTo>
                <a:cubicBezTo>
                  <a:pt x="245193" y="0"/>
                  <a:pt x="367789" y="74608"/>
                  <a:pt x="367789" y="223825"/>
                </a:cubicBezTo>
                <a:cubicBezTo>
                  <a:pt x="367789" y="373042"/>
                  <a:pt x="490535" y="447650"/>
                  <a:pt x="736026" y="44765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4EA3EEA4-1459-3F3E-51E4-FC73788B2BA5}"/>
              </a:ext>
            </a:extLst>
          </p:cNvPr>
          <p:cNvSpPr/>
          <p:nvPr/>
        </p:nvSpPr>
        <p:spPr>
          <a:xfrm>
            <a:off x="1283780" y="3444060"/>
            <a:ext cx="736026" cy="1522010"/>
          </a:xfrm>
          <a:custGeom>
            <a:avLst/>
            <a:gdLst>
              <a:gd name="csX0" fmla="*/ 0 w 736026"/>
              <a:gd name="csY0" fmla="*/ 0 h 1522010"/>
              <a:gd name="csX1" fmla="*/ 367789 w 736026"/>
              <a:gd name="csY1" fmla="*/ 761005 h 1522010"/>
              <a:gd name="csX2" fmla="*/ 736026 w 736026"/>
              <a:gd name="csY2" fmla="*/ 1522011 h 15220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522010">
                <a:moveTo>
                  <a:pt x="0" y="0"/>
                </a:moveTo>
                <a:cubicBezTo>
                  <a:pt x="245193" y="0"/>
                  <a:pt x="367789" y="253669"/>
                  <a:pt x="367789" y="761005"/>
                </a:cubicBezTo>
                <a:cubicBezTo>
                  <a:pt x="367789" y="1268342"/>
                  <a:pt x="490535" y="1522011"/>
                  <a:pt x="736026" y="152201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517D9FF7-DB4A-5DC8-4125-BB0BDD94546A}"/>
              </a:ext>
            </a:extLst>
          </p:cNvPr>
          <p:cNvSpPr/>
          <p:nvPr/>
        </p:nvSpPr>
        <p:spPr>
          <a:xfrm>
            <a:off x="1283780" y="3444060"/>
            <a:ext cx="736026" cy="2596370"/>
          </a:xfrm>
          <a:custGeom>
            <a:avLst/>
            <a:gdLst>
              <a:gd name="csX0" fmla="*/ 0 w 736026"/>
              <a:gd name="csY0" fmla="*/ 0 h 2596370"/>
              <a:gd name="csX1" fmla="*/ 367789 w 736026"/>
              <a:gd name="csY1" fmla="*/ 1298185 h 2596370"/>
              <a:gd name="csX2" fmla="*/ 736026 w 736026"/>
              <a:gd name="csY2" fmla="*/ 2596371 h 25963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596370">
                <a:moveTo>
                  <a:pt x="0" y="0"/>
                </a:moveTo>
                <a:cubicBezTo>
                  <a:pt x="245193" y="0"/>
                  <a:pt x="367789" y="432729"/>
                  <a:pt x="367789" y="1298185"/>
                </a:cubicBezTo>
                <a:cubicBezTo>
                  <a:pt x="367789" y="2163643"/>
                  <a:pt x="490535" y="2596371"/>
                  <a:pt x="736026" y="259637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A6456A54-C81C-72EB-0B97-ED2C8C1CEC47}"/>
              </a:ext>
            </a:extLst>
          </p:cNvPr>
          <p:cNvSpPr/>
          <p:nvPr/>
        </p:nvSpPr>
        <p:spPr>
          <a:xfrm>
            <a:off x="4963912" y="66863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EFF4C7F5-680F-EEA7-877F-BCE06DCEB7CC}"/>
              </a:ext>
            </a:extLst>
          </p:cNvPr>
          <p:cNvSpPr/>
          <p:nvPr/>
        </p:nvSpPr>
        <p:spPr>
          <a:xfrm>
            <a:off x="4963912" y="174299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1B538E67-9E3B-65F6-5566-93F25621B276}"/>
              </a:ext>
            </a:extLst>
          </p:cNvPr>
          <p:cNvSpPr/>
          <p:nvPr/>
        </p:nvSpPr>
        <p:spPr>
          <a:xfrm>
            <a:off x="4963912" y="281735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DB6BA753-FB95-C6CE-4624-E138EF4577CA}"/>
              </a:ext>
            </a:extLst>
          </p:cNvPr>
          <p:cNvSpPr/>
          <p:nvPr/>
        </p:nvSpPr>
        <p:spPr>
          <a:xfrm>
            <a:off x="4963912" y="389171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8" name="任意多边形: 形状 107">
            <a:extLst>
              <a:ext uri="{FF2B5EF4-FFF2-40B4-BE49-F238E27FC236}">
                <a16:creationId xmlns:a16="http://schemas.microsoft.com/office/drawing/2014/main" id="{52E6C044-7D6F-15E1-8811-B2C1B732C773}"/>
              </a:ext>
            </a:extLst>
          </p:cNvPr>
          <p:cNvSpPr/>
          <p:nvPr/>
        </p:nvSpPr>
        <p:spPr>
          <a:xfrm>
            <a:off x="4963912" y="496607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3821E7C1-0E69-E19E-E648-1C8E00F4CFDE}"/>
              </a:ext>
            </a:extLst>
          </p:cNvPr>
          <p:cNvSpPr/>
          <p:nvPr/>
        </p:nvSpPr>
        <p:spPr>
          <a:xfrm>
            <a:off x="4963912" y="604043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117637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3473</TotalTime>
  <Words>758</Words>
  <Application>Microsoft Office PowerPoint</Application>
  <PresentationFormat>宽屏</PresentationFormat>
  <Paragraphs>228</Paragraphs>
  <Slides>12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9" baseType="lpstr"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220</cp:revision>
  <dcterms:created xsi:type="dcterms:W3CDTF">2026-01-14T02:59:18Z</dcterms:created>
  <dcterms:modified xsi:type="dcterms:W3CDTF">2026-03-16T14:57:34Z</dcterms:modified>
</cp:coreProperties>
</file>