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9" r:id="rId5"/>
    <p:sldId id="260" r:id="rId6"/>
    <p:sldId id="268" r:id="rId7"/>
    <p:sldId id="263" r:id="rId8"/>
    <p:sldId id="264" r:id="rId9"/>
    <p:sldId id="265" r:id="rId10"/>
    <p:sldId id="266" r:id="rId11"/>
    <p:sldId id="267" r:id="rId12"/>
    <p:sldId id="270" r:id="rId13"/>
    <p:sldId id="271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DED"/>
    <a:srgbClr val="FFFFFF"/>
    <a:srgbClr val="ECFDF5"/>
    <a:srgbClr val="F3E3D6"/>
    <a:srgbClr val="29B95C"/>
    <a:srgbClr val="DCEBFF"/>
    <a:srgbClr val="F3ECCB"/>
    <a:srgbClr val="DDEFDF"/>
    <a:srgbClr val="7B8794"/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6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1E4601-79B1-425F-B925-3F7BE382BF19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98381-BA92-42C7-9348-61BD6E356AA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48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4724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0108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E0721-6276-657C-A48E-137A2A9A7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37D3D7-6384-BF77-B909-932DD0A543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972E239-78E9-6F30-6CEA-3CF35C619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1F0345C-5B28-D6A1-1A02-C101DF0172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3355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7" Type="http://schemas.openxmlformats.org/officeDocument/2006/relationships/image" Target="../media/image24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1.png"/><Relationship Id="rId5" Type="http://schemas.openxmlformats.org/officeDocument/2006/relationships/image" Target="../media/image221.png"/><Relationship Id="rId4" Type="http://schemas.openxmlformats.org/officeDocument/2006/relationships/image" Target="../media/image2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0.png"/><Relationship Id="rId4" Type="http://schemas.openxmlformats.org/officeDocument/2006/relationships/image" Target="../media/image26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43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26" Type="http://schemas.openxmlformats.org/officeDocument/2006/relationships/image" Target="../media/image68.png"/><Relationship Id="rId3" Type="http://schemas.openxmlformats.org/officeDocument/2006/relationships/image" Target="../media/image45.png"/><Relationship Id="rId21" Type="http://schemas.openxmlformats.org/officeDocument/2006/relationships/image" Target="../media/image63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5" Type="http://schemas.openxmlformats.org/officeDocument/2006/relationships/image" Target="../media/image67.png"/><Relationship Id="rId2" Type="http://schemas.openxmlformats.org/officeDocument/2006/relationships/image" Target="../media/image44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24" Type="http://schemas.openxmlformats.org/officeDocument/2006/relationships/image" Target="../media/image66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65.png"/><Relationship Id="rId28" Type="http://schemas.openxmlformats.org/officeDocument/2006/relationships/image" Target="../media/image70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Relationship Id="rId22" Type="http://schemas.openxmlformats.org/officeDocument/2006/relationships/image" Target="../media/image64.png"/><Relationship Id="rId27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组合 74">
            <a:extLst>
              <a:ext uri="{FF2B5EF4-FFF2-40B4-BE49-F238E27FC236}">
                <a16:creationId xmlns:a16="http://schemas.microsoft.com/office/drawing/2014/main" id="{FFB5C3E2-469D-875B-435B-DD74815EE9B6}"/>
              </a:ext>
            </a:extLst>
          </p:cNvPr>
          <p:cNvGrpSpPr/>
          <p:nvPr/>
        </p:nvGrpSpPr>
        <p:grpSpPr>
          <a:xfrm>
            <a:off x="281408" y="265292"/>
            <a:ext cx="11255072" cy="2539288"/>
            <a:chOff x="304268" y="2787512"/>
            <a:chExt cx="11255072" cy="2539288"/>
          </a:xfrm>
        </p:grpSpPr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cxnSpLocks/>
              <a:stCxn id="52" idx="2"/>
              <a:endCxn id="33" idx="3"/>
            </p:cNvCxnSpPr>
            <p:nvPr/>
          </p:nvCxnSpPr>
          <p:spPr>
            <a:xfrm rot="5400000">
              <a:off x="8627976" y="2740316"/>
              <a:ext cx="674699" cy="28270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/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B31BC74-2E15-16ED-F1AD-BCF7C4907C07}"/>
                </a:ext>
              </a:extLst>
            </p:cNvPr>
            <p:cNvGrpSpPr/>
            <p:nvPr/>
          </p:nvGrpSpPr>
          <p:grpSpPr>
            <a:xfrm>
              <a:off x="304268" y="2787512"/>
              <a:ext cx="11255072" cy="1305973"/>
              <a:chOff x="304268" y="2787512"/>
              <a:chExt cx="11255072" cy="130597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/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i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</a:rPr>
                            <m:t>S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/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U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̃"/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7200" t="-10000" r="-6400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6FDA3E6-CE51-B14C-6E88-BEF200FFB254}"/>
                  </a:ext>
                </a:extLst>
              </p:cNvPr>
              <p:cNvSpPr txBox="1"/>
              <p:nvPr/>
            </p:nvSpPr>
            <p:spPr>
              <a:xfrm>
                <a:off x="5380325" y="2809840"/>
                <a:ext cx="9628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输出</a:t>
                </a:r>
              </a:p>
            </p:txBody>
          </p: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07EBDBCA-C76A-3653-4BCB-032952E94BF5}"/>
                  </a:ext>
                </a:extLst>
              </p:cNvPr>
              <p:cNvGrpSpPr/>
              <p:nvPr/>
            </p:nvGrpSpPr>
            <p:grpSpPr>
              <a:xfrm>
                <a:off x="304268" y="2932394"/>
                <a:ext cx="2068616" cy="999077"/>
                <a:chOff x="4489559" y="2221387"/>
                <a:chExt cx="2068616" cy="999077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35B6E8F2-40D8-AE3B-09E2-8F8AD9889A81}"/>
                    </a:ext>
                  </a:extLst>
                </p:cNvPr>
                <p:cNvGrpSpPr/>
                <p:nvPr/>
              </p:nvGrpSpPr>
              <p:grpSpPr>
                <a:xfrm>
                  <a:off x="4679362" y="2221387"/>
                  <a:ext cx="1689011" cy="466284"/>
                  <a:chOff x="3607636" y="181667"/>
                  <a:chExt cx="3240000" cy="466284"/>
                </a:xfrm>
                <a:solidFill>
                  <a:srgbClr val="DCEBFF"/>
                </a:solidFill>
              </p:grpSpPr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1E74DDD8-8834-B94C-34D8-1B636CAFB018}"/>
                      </a:ext>
                    </a:extLst>
                  </p:cNvPr>
                  <p:cNvSpPr/>
                  <p:nvPr/>
                </p:nvSpPr>
                <p:spPr>
                  <a:xfrm>
                    <a:off x="3607636" y="181667"/>
                    <a:ext cx="3240000" cy="466284"/>
                  </a:xfrm>
                  <a:prstGeom prst="rect">
                    <a:avLst/>
                  </a:prstGeom>
                  <a:grp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grp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38B2A64-0375-6E74-83EC-58C3A8EA571A}"/>
                    </a:ext>
                  </a:extLst>
                </p:cNvPr>
                <p:cNvSpPr txBox="1"/>
                <p:nvPr/>
              </p:nvSpPr>
              <p:spPr>
                <a:xfrm>
                  <a:off x="4489559" y="2851132"/>
                  <a:ext cx="206861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统一输入向量</a:t>
                  </a:r>
                  <a:endParaRPr lang="zh-CN" altLang="en-US" dirty="0"/>
                </a:p>
              </p:txBody>
            </p: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B77FDD60-B316-7CBE-3C09-4191F5EF8FAD}"/>
                  </a:ext>
                </a:extLst>
              </p:cNvPr>
              <p:cNvGrpSpPr/>
              <p:nvPr/>
            </p:nvGrpSpPr>
            <p:grpSpPr>
              <a:xfrm>
                <a:off x="3234064" y="2932394"/>
                <a:ext cx="2360992" cy="999077"/>
                <a:chOff x="6851146" y="3212184"/>
                <a:chExt cx="2360992" cy="999077"/>
              </a:xfrm>
            </p:grpSpPr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1537D228-95D5-BE0B-B38E-ACE8E9BEB81B}"/>
                    </a:ext>
                  </a:extLst>
                </p:cNvPr>
                <p:cNvGrpSpPr/>
                <p:nvPr/>
              </p:nvGrpSpPr>
              <p:grpSpPr>
                <a:xfrm>
                  <a:off x="7187137" y="3212184"/>
                  <a:ext cx="1689011" cy="466284"/>
                  <a:chOff x="7040950" y="3212184"/>
                  <a:chExt cx="1689011" cy="466284"/>
                </a:xfrm>
              </p:grpSpPr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86BB859B-4336-4C6C-3184-1C02FD38F768}"/>
                      </a:ext>
                    </a:extLst>
                  </p:cNvPr>
                  <p:cNvSpPr/>
                  <p:nvPr/>
                </p:nvSpPr>
                <p:spPr>
                  <a:xfrm>
                    <a:off x="7040950" y="3212184"/>
                    <a:ext cx="1689011" cy="466284"/>
                  </a:xfrm>
                  <a:prstGeom prst="rect">
                    <a:avLst/>
                  </a:prstGeom>
                  <a:solidFill>
                    <a:srgbClr val="DCFFE6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S</m:t>
                              </m:r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</m:e>
                              </m:d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5BCCF3A-D07F-C0D8-8E37-F9578A15CF4F}"/>
                    </a:ext>
                  </a:extLst>
                </p:cNvPr>
                <p:cNvSpPr txBox="1"/>
                <p:nvPr/>
              </p:nvSpPr>
              <p:spPr>
                <a:xfrm>
                  <a:off x="6851146" y="3841929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构建仿真器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/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代理模型</a:t>
                  </a:r>
                  <a:endParaRPr lang="zh-CN" altLang="en-US" dirty="0"/>
                </a:p>
              </p:txBody>
            </p:sp>
          </p:grp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9F7B95EB-D121-D79F-DF3F-902B098938E6}"/>
                  </a:ext>
                </a:extLst>
              </p:cNvPr>
              <p:cNvCxnSpPr>
                <a:stCxn id="6" idx="3"/>
                <a:endCxn id="16" idx="1"/>
              </p:cNvCxnSpPr>
              <p:nvPr/>
            </p:nvCxnSpPr>
            <p:spPr>
              <a:xfrm>
                <a:off x="2183082" y="3165536"/>
                <a:ext cx="138697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7DF1E761-F1B7-B91F-CDE6-A0CF5F261FFD}"/>
                  </a:ext>
                </a:extLst>
              </p:cNvPr>
              <p:cNvGrpSpPr/>
              <p:nvPr/>
            </p:nvGrpSpPr>
            <p:grpSpPr>
              <a:xfrm>
                <a:off x="6136196" y="2932394"/>
                <a:ext cx="2360992" cy="1161091"/>
                <a:chOff x="6426171" y="5318912"/>
                <a:chExt cx="2360992" cy="1161091"/>
              </a:xfrm>
            </p:grpSpPr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F39DF3CC-9234-C04F-5D1B-85EE7B0C11F1}"/>
                    </a:ext>
                  </a:extLst>
                </p:cNvPr>
                <p:cNvGrpSpPr/>
                <p:nvPr/>
              </p:nvGrpSpPr>
              <p:grpSpPr>
                <a:xfrm>
                  <a:off x="6634935" y="5318912"/>
                  <a:ext cx="1943465" cy="466284"/>
                  <a:chOff x="6716842" y="5318912"/>
                  <a:chExt cx="1943465" cy="466284"/>
                </a:xfrm>
              </p:grpSpPr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8FACE45B-5BCB-B19B-56F9-306A419FEE89}"/>
                      </a:ext>
                    </a:extLst>
                  </p:cNvPr>
                  <p:cNvSpPr/>
                  <p:nvPr/>
                </p:nvSpPr>
                <p:spPr>
                  <a:xfrm>
                    <a:off x="6716842" y="5318912"/>
                    <a:ext cx="1943465" cy="466284"/>
                  </a:xfrm>
                  <a:prstGeom prst="rect">
                    <a:avLst/>
                  </a:prstGeom>
                  <a:solidFill>
                    <a:srgbClr val="FFFA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CN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、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norm </a:t>
                        </a:r>
                        <a14:m>
                          <m:oMath xmlns:m="http://schemas.openxmlformats.org/officeDocument/2006/math"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 </a:t>
                        </a:r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t="-8197" r="-1045" b="-2459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8E1A169C-AA49-AB5C-C60E-B11F7E6B3A82}"/>
                    </a:ext>
                  </a:extLst>
                </p:cNvPr>
                <p:cNvSpPr txBox="1"/>
                <p:nvPr/>
              </p:nvSpPr>
              <p:spPr>
                <a:xfrm>
                  <a:off x="6426171" y="5833672"/>
                  <a:ext cx="2360992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设计性能指标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以及指标归一化 </a:t>
                  </a:r>
                  <a:endParaRPr lang="zh-CN" altLang="en-US" dirty="0"/>
                </a:p>
              </p:txBody>
            </p:sp>
          </p:grp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837C8036-66EB-1792-A2BD-1DAECC2B42F4}"/>
                  </a:ext>
                </a:extLst>
              </p:cNvPr>
              <p:cNvCxnSpPr>
                <a:stCxn id="16" idx="3"/>
                <a:endCxn id="34" idx="1"/>
              </p:cNvCxnSpPr>
              <p:nvPr/>
            </p:nvCxnSpPr>
            <p:spPr>
              <a:xfrm>
                <a:off x="5259066" y="3165536"/>
                <a:ext cx="108589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525309C-85C7-1D7D-2F28-284293E95212}"/>
                  </a:ext>
                </a:extLst>
              </p:cNvPr>
              <p:cNvGrpSpPr/>
              <p:nvPr/>
            </p:nvGrpSpPr>
            <p:grpSpPr>
              <a:xfrm>
                <a:off x="9198348" y="2932394"/>
                <a:ext cx="2360992" cy="884092"/>
                <a:chOff x="9198348" y="5318912"/>
                <a:chExt cx="2360992" cy="884092"/>
              </a:xfrm>
            </p:grpSpPr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2ACD958B-6682-F33E-0880-4D437DE9CDA2}"/>
                    </a:ext>
                  </a:extLst>
                </p:cNvPr>
                <p:cNvGrpSpPr/>
                <p:nvPr/>
              </p:nvGrpSpPr>
              <p:grpSpPr>
                <a:xfrm>
                  <a:off x="9407112" y="5318912"/>
                  <a:ext cx="1943465" cy="466284"/>
                  <a:chOff x="9407112" y="5318912"/>
                  <a:chExt cx="1943465" cy="466284"/>
                </a:xfrm>
              </p:grpSpPr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E4F6C566-F3CC-DC9C-334B-6A3F8F29D2DD}"/>
                      </a:ext>
                    </a:extLst>
                  </p:cNvPr>
                  <p:cNvSpPr/>
                  <p:nvPr/>
                </p:nvSpPr>
                <p:spPr>
                  <a:xfrm>
                    <a:off x="9407112" y="5318912"/>
                    <a:ext cx="1943465" cy="466284"/>
                  </a:xfrm>
                  <a:prstGeom prst="rect">
                    <a:avLst/>
                  </a:prstGeom>
                  <a:solidFill>
                    <a:srgbClr val="FFEB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U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(∙)</m:t>
                              </m:r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DD6E9A0-006B-82F9-F2A1-9AA50E31B200}"/>
                    </a:ext>
                  </a:extLst>
                </p:cNvPr>
                <p:cNvSpPr txBox="1"/>
                <p:nvPr/>
              </p:nvSpPr>
              <p:spPr>
                <a:xfrm>
                  <a:off x="9198348" y="5833672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设计综合效用函数</a:t>
                  </a:r>
                  <a:endParaRPr lang="zh-CN" altLang="en-US" dirty="0"/>
                </a:p>
              </p:txBody>
            </p:sp>
          </p:grpSp>
          <p:cxnSp>
            <p:nvCxnSpPr>
              <p:cNvPr id="61" name="直接箭头连接符 60">
                <a:extLst>
                  <a:ext uri="{FF2B5EF4-FFF2-40B4-BE49-F238E27FC236}">
                    <a16:creationId xmlns:a16="http://schemas.microsoft.com/office/drawing/2014/main" id="{06916E8A-7E3A-DE7E-B0FC-755B12CBB6DE}"/>
                  </a:ext>
                </a:extLst>
              </p:cNvPr>
              <p:cNvCxnSpPr>
                <a:stCxn id="34" idx="3"/>
                <a:endCxn id="50" idx="1"/>
              </p:cNvCxnSpPr>
              <p:nvPr/>
            </p:nvCxnSpPr>
            <p:spPr>
              <a:xfrm>
                <a:off x="8288425" y="3165536"/>
                <a:ext cx="11186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B3BE2BE5-C467-31EE-07C1-61D5A7478806}"/>
                </a:ext>
              </a:extLst>
            </p:cNvPr>
            <p:cNvGrpSpPr/>
            <p:nvPr/>
          </p:nvGrpSpPr>
          <p:grpSpPr>
            <a:xfrm>
              <a:off x="4031668" y="4131185"/>
              <a:ext cx="3800273" cy="1195615"/>
              <a:chOff x="3821866" y="4557905"/>
              <a:chExt cx="3800273" cy="1195615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201CC16-C720-5420-96AF-3C326BF9F98E}"/>
                  </a:ext>
                </a:extLst>
              </p:cNvPr>
              <p:cNvGrpSpPr/>
              <p:nvPr/>
            </p:nvGrpSpPr>
            <p:grpSpPr>
              <a:xfrm>
                <a:off x="4102003" y="4557905"/>
                <a:ext cx="3240000" cy="720000"/>
                <a:chOff x="3159266" y="5077734"/>
                <a:chExt cx="3240000" cy="720000"/>
              </a:xfrm>
            </p:grpSpPr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B7ADD4A7-EF14-8945-045C-BC38ACEC7E8B}"/>
                    </a:ext>
                  </a:extLst>
                </p:cNvPr>
                <p:cNvSpPr/>
                <p:nvPr/>
              </p:nvSpPr>
              <p:spPr>
                <a:xfrm>
                  <a:off x="3159266" y="5077734"/>
                  <a:ext cx="3240000" cy="720000"/>
                </a:xfrm>
                <a:prstGeom prst="rect">
                  <a:avLst/>
                </a:prstGeom>
                <a:solidFill>
                  <a:srgbClr val="4682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proto</m:t>
                                </m:r>
                              </m:sub>
                              <m:sup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func>
                              <m:funcPr>
                                <m:ctrl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arg</m:t>
                                </m:r>
                                <m:r>
                                  <a:rPr lang="en-US" altLang="zh-CN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fName>
                              <m:e>
                                <m:r>
                                  <m:rPr>
                                    <m:nor/>
                                  </m:rPr>
                                  <a:rPr lang="en-US" altLang="zh-CN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̃"/>
                                    <m:ctrlP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</m:acc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m:rPr>
                                    <m:nor/>
                                  </m:rPr>
                                  <a:rPr lang="zh-CN" altLang="en-US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func>
                          </m:oMath>
                        </m:oMathPara>
                      </a14:m>
                      <a:endParaRPr lang="en-US" altLang="zh-CN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endParaRPr>
                    </a:p>
                    <a:p>
                      <a:pPr algn="ctr"/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proto</m:t>
                              </m:r>
                            </m:sub>
                            <m:sup>
                              <m: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=[</m:t>
                          </m:r>
                          <m:sSup>
                            <m:s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sub>
                            <m:sup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a14:m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43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FAAC7C90-C68E-7779-BF95-D080DDAEBFE8}"/>
                  </a:ext>
                </a:extLst>
              </p:cNvPr>
              <p:cNvSpPr txBox="1"/>
              <p:nvPr/>
            </p:nvSpPr>
            <p:spPr>
              <a:xfrm>
                <a:off x="3821866" y="5384188"/>
                <a:ext cx="38002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 algn="ctr">
                  <a:defRPr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</a:lstStyle>
              <a:p>
                <a:r>
                  <a:rPr lang="zh-CN" altLang="en-US" dirty="0"/>
                  <a:t>选取最优协议与最优协议参数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E815B88-F159-9327-4D02-A5E43CECC3EE}"/>
              </a:ext>
            </a:extLst>
          </p:cNvPr>
          <p:cNvSpPr/>
          <p:nvPr/>
        </p:nvSpPr>
        <p:spPr>
          <a:xfrm>
            <a:off x="477142" y="103516"/>
            <a:ext cx="2975605" cy="66509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F823AAC-39F7-DB5C-F04C-7F046E61A97B}"/>
              </a:ext>
            </a:extLst>
          </p:cNvPr>
          <p:cNvGrpSpPr/>
          <p:nvPr/>
        </p:nvGrpSpPr>
        <p:grpSpPr>
          <a:xfrm>
            <a:off x="477142" y="2251785"/>
            <a:ext cx="1433744" cy="1904865"/>
            <a:chOff x="253731" y="3345505"/>
            <a:chExt cx="1181100" cy="1550432"/>
          </a:xfrm>
        </p:grpSpPr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DA6B5533-0055-6165-5AF5-6EF0FAEEC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3731" y="3345505"/>
              <a:ext cx="1181100" cy="11811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7E255EC-BE87-4986-27C1-C19801ECB154}"/>
                </a:ext>
              </a:extLst>
            </p:cNvPr>
            <p:cNvSpPr txBox="1"/>
            <p:nvPr/>
          </p:nvSpPr>
          <p:spPr>
            <a:xfrm>
              <a:off x="386270" y="4526605"/>
              <a:ext cx="9160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E5CAB59-A72E-A296-9E17-82654A1046FD}"/>
              </a:ext>
            </a:extLst>
          </p:cNvPr>
          <p:cNvGrpSpPr/>
          <p:nvPr/>
        </p:nvGrpSpPr>
        <p:grpSpPr>
          <a:xfrm>
            <a:off x="1981736" y="885141"/>
            <a:ext cx="1227096" cy="1647304"/>
            <a:chOff x="1952828" y="1951206"/>
            <a:chExt cx="1010866" cy="1340795"/>
          </a:xfrm>
        </p:grpSpPr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A8C110EA-7ED7-0E8D-28A7-1FCB9C90C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2F0A2B0-4069-5DDF-1325-97D24DB56E3A}"/>
                </a:ext>
              </a:extLst>
            </p:cNvPr>
            <p:cNvSpPr txBox="1"/>
            <p:nvPr/>
          </p:nvSpPr>
          <p:spPr>
            <a:xfrm>
              <a:off x="1952829" y="2922669"/>
              <a:ext cx="10108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训练集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82F5BCD-D156-168B-7BF2-377C02E5BECB}"/>
              </a:ext>
            </a:extLst>
          </p:cNvPr>
          <p:cNvGrpSpPr/>
          <p:nvPr/>
        </p:nvGrpSpPr>
        <p:grpSpPr>
          <a:xfrm>
            <a:off x="1490171" y="4986267"/>
            <a:ext cx="2117652" cy="1694694"/>
            <a:chOff x="1551939" y="1951206"/>
            <a:chExt cx="1744495" cy="1379367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AAAE8D9B-EDAD-2E79-D706-2E3148F5E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CEB1D6B-8249-86AC-C948-88281C4B97F6}"/>
                </a:ext>
              </a:extLst>
            </p:cNvPr>
            <p:cNvSpPr txBox="1"/>
            <p:nvPr/>
          </p:nvSpPr>
          <p:spPr>
            <a:xfrm>
              <a:off x="1551939" y="2961241"/>
              <a:ext cx="17444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测试集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&amp;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验证集</a:t>
              </a:r>
            </a:p>
          </p:txBody>
        </p: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2474E62-4792-313D-27C1-690412774C18}"/>
              </a:ext>
            </a:extLst>
          </p:cNvPr>
          <p:cNvCxnSpPr>
            <a:endCxn id="11" idx="1"/>
          </p:cNvCxnSpPr>
          <p:nvPr/>
        </p:nvCxnSpPr>
        <p:spPr>
          <a:xfrm flipV="1">
            <a:off x="1193520" y="1506117"/>
            <a:ext cx="788217" cy="745668"/>
          </a:xfrm>
          <a:prstGeom prst="bentConnector3">
            <a:avLst>
              <a:gd name="adj1" fmla="val 10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877A4D0A-AD67-C405-76F3-5365C78C2968}"/>
              </a:ext>
            </a:extLst>
          </p:cNvPr>
          <p:cNvCxnSpPr>
            <a:stCxn id="9" idx="2"/>
            <a:endCxn id="17" idx="1"/>
          </p:cNvCxnSpPr>
          <p:nvPr/>
        </p:nvCxnSpPr>
        <p:spPr>
          <a:xfrm rot="16200000" flipH="1">
            <a:off x="860116" y="4490547"/>
            <a:ext cx="1450594" cy="7827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7FCBC68-70CA-4FCF-880A-CB0E21ED6E73}"/>
              </a:ext>
            </a:extLst>
          </p:cNvPr>
          <p:cNvSpPr txBox="1"/>
          <p:nvPr/>
        </p:nvSpPr>
        <p:spPr>
          <a:xfrm>
            <a:off x="477143" y="183934"/>
            <a:ext cx="20037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数据预处理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737D50-B313-7D6D-034C-E7F32CB47B11}"/>
              </a:ext>
            </a:extLst>
          </p:cNvPr>
          <p:cNvSpPr/>
          <p:nvPr/>
        </p:nvSpPr>
        <p:spPr>
          <a:xfrm>
            <a:off x="4401129" y="143723"/>
            <a:ext cx="3708211" cy="18305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C31074-6261-1CD7-CF57-0F23AF6C309E}"/>
              </a:ext>
            </a:extLst>
          </p:cNvPr>
          <p:cNvSpPr txBox="1"/>
          <p:nvPr/>
        </p:nvSpPr>
        <p:spPr>
          <a:xfrm>
            <a:off x="4401129" y="203126"/>
            <a:ext cx="1553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3.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2D857E4-F963-AECD-7636-CD26E67BAEF8}"/>
              </a:ext>
            </a:extLst>
          </p:cNvPr>
          <p:cNvSpPr txBox="1"/>
          <p:nvPr/>
        </p:nvSpPr>
        <p:spPr>
          <a:xfrm>
            <a:off x="5067100" y="840849"/>
            <a:ext cx="2660839" cy="453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MMSE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B16AABA-2E16-F04B-CF7F-4763A5726CDA}"/>
              </a:ext>
            </a:extLst>
          </p:cNvPr>
          <p:cNvSpPr txBox="1"/>
          <p:nvPr/>
        </p:nvSpPr>
        <p:spPr>
          <a:xfrm>
            <a:off x="8985763" y="851408"/>
            <a:ext cx="2666277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优化器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AdamW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EF50B6-8614-6B1D-AA4F-0B8AA43D4065}"/>
              </a:ext>
            </a:extLst>
          </p:cNvPr>
          <p:cNvSpPr/>
          <p:nvPr/>
        </p:nvSpPr>
        <p:spPr>
          <a:xfrm>
            <a:off x="8922950" y="143723"/>
            <a:ext cx="2791907" cy="18305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0A4F75-3FEC-401D-7873-A0D85F382FC9}"/>
              </a:ext>
            </a:extLst>
          </p:cNvPr>
          <p:cNvSpPr txBox="1"/>
          <p:nvPr/>
        </p:nvSpPr>
        <p:spPr>
          <a:xfrm>
            <a:off x="9001270" y="224141"/>
            <a:ext cx="1207062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4.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EF30DAD-BEC4-8EAD-10A9-14338510D8C5}"/>
              </a:ext>
            </a:extLst>
          </p:cNvPr>
          <p:cNvGrpSpPr/>
          <p:nvPr/>
        </p:nvGrpSpPr>
        <p:grpSpPr>
          <a:xfrm>
            <a:off x="4440845" y="2221720"/>
            <a:ext cx="7274011" cy="4502699"/>
            <a:chOff x="3897549" y="2859122"/>
            <a:chExt cx="5625830" cy="3664895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B56B3B9-E292-3BD7-4F13-0CA23124BEA3}"/>
                </a:ext>
              </a:extLst>
            </p:cNvPr>
            <p:cNvSpPr/>
            <p:nvPr/>
          </p:nvSpPr>
          <p:spPr>
            <a:xfrm>
              <a:off x="3897549" y="2859122"/>
              <a:ext cx="5625830" cy="366489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76F9FE90-4986-AD30-B5A7-C36D8C511602}"/>
                </a:ext>
              </a:extLst>
            </p:cNvPr>
            <p:cNvSpPr txBox="1"/>
            <p:nvPr/>
          </p:nvSpPr>
          <p:spPr>
            <a:xfrm>
              <a:off x="4045087" y="2937753"/>
              <a:ext cx="236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多任务神经网络架构</a:t>
              </a: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51757C63-CA56-11E4-ECCF-1B28BB3119E9}"/>
              </a:ext>
            </a:extLst>
          </p:cNvPr>
          <p:cNvSpPr/>
          <p:nvPr/>
        </p:nvSpPr>
        <p:spPr>
          <a:xfrm>
            <a:off x="4799564" y="2843253"/>
            <a:ext cx="6599612" cy="37291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E08EB73-0EBF-3E56-3EF2-874E8B28ED55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2902114" y="2225615"/>
            <a:ext cx="1666529" cy="22801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05BC51E5-2035-1623-CD8B-7ED5A11238A0}"/>
              </a:ext>
            </a:extLst>
          </p:cNvPr>
          <p:cNvGrpSpPr/>
          <p:nvPr/>
        </p:nvGrpSpPr>
        <p:grpSpPr>
          <a:xfrm>
            <a:off x="4876888" y="3130049"/>
            <a:ext cx="991959" cy="3196769"/>
            <a:chOff x="3805332" y="3533873"/>
            <a:chExt cx="817163" cy="2016227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5533EB0E-34CB-0000-4100-A9C0964163AD}"/>
                </a:ext>
              </a:extLst>
            </p:cNvPr>
            <p:cNvSpPr/>
            <p:nvPr/>
          </p:nvSpPr>
          <p:spPr>
            <a:xfrm>
              <a:off x="3829892" y="3533873"/>
              <a:ext cx="768042" cy="2016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BE01B920-9475-632E-0610-A90341EC118C}"/>
                </a:ext>
              </a:extLst>
            </p:cNvPr>
            <p:cNvSpPr txBox="1"/>
            <p:nvPr/>
          </p:nvSpPr>
          <p:spPr>
            <a:xfrm>
              <a:off x="3805332" y="4410709"/>
              <a:ext cx="817163" cy="32196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归一化层</a:t>
              </a:r>
              <a:endParaRPr lang="en-US" altLang="zh-CN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5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LayerNorm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4719EDE1-F0DE-0573-8811-8A70C06BF588}"/>
              </a:ext>
            </a:extLst>
          </p:cNvPr>
          <p:cNvGrpSpPr/>
          <p:nvPr/>
        </p:nvGrpSpPr>
        <p:grpSpPr>
          <a:xfrm>
            <a:off x="10041208" y="2989101"/>
            <a:ext cx="1220992" cy="3496623"/>
            <a:chOff x="9775746" y="2956216"/>
            <a:chExt cx="1005838" cy="2368430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98688545-7D7A-1190-8924-EDEF9F0AF8CA}"/>
                </a:ext>
              </a:extLst>
            </p:cNvPr>
            <p:cNvGrpSpPr/>
            <p:nvPr/>
          </p:nvGrpSpPr>
          <p:grpSpPr>
            <a:xfrm>
              <a:off x="9775746" y="2956216"/>
              <a:ext cx="1005838" cy="2368430"/>
              <a:chOff x="9775746" y="2956216"/>
              <a:chExt cx="1005838" cy="236843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DE1B644C-B85E-8F5A-7CFE-E4B339B071A8}"/>
                  </a:ext>
                </a:extLst>
              </p:cNvPr>
              <p:cNvGrpSpPr/>
              <p:nvPr/>
            </p:nvGrpSpPr>
            <p:grpSpPr>
              <a:xfrm>
                <a:off x="9775746" y="2956216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EBDC5CDB-502E-BE8C-E091-59B0362CF213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F225BD3A-2D2C-5890-0AF6-83F784083EE3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80A52979-008E-F334-CC64-6E6DD6D54D80}"/>
                  </a:ext>
                </a:extLst>
              </p:cNvPr>
              <p:cNvGrpSpPr/>
              <p:nvPr/>
            </p:nvGrpSpPr>
            <p:grpSpPr>
              <a:xfrm>
                <a:off x="9775746" y="3661145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8" name="矩形 77">
                  <a:extLst>
                    <a:ext uri="{FF2B5EF4-FFF2-40B4-BE49-F238E27FC236}">
                      <a16:creationId xmlns:a16="http://schemas.microsoft.com/office/drawing/2014/main" id="{9F2B6779-B0F1-53AE-B214-8022C4C05FBD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B6DB6774-AA80-38EA-8D55-C37F28F57A64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7F444A52-521E-2FD4-7D2C-F73224C56F6B}"/>
                  </a:ext>
                </a:extLst>
              </p:cNvPr>
              <p:cNvGrpSpPr/>
              <p:nvPr/>
            </p:nvGrpSpPr>
            <p:grpSpPr>
              <a:xfrm>
                <a:off x="9775746" y="4690959"/>
                <a:ext cx="1005838" cy="633687"/>
                <a:chOff x="9775746" y="2956216"/>
                <a:chExt cx="1005838" cy="633687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AFC2FAAF-E8BD-3D23-ECA5-2DFD8F7860FA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1632100C-0880-F984-9791-E5BB1B757910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7C1D770-9EB4-FB5C-BC41-82FAF9423935}"/>
                </a:ext>
              </a:extLst>
            </p:cNvPr>
            <p:cNvSpPr txBox="1"/>
            <p:nvPr/>
          </p:nvSpPr>
          <p:spPr>
            <a:xfrm>
              <a:off x="9775746" y="4297766"/>
              <a:ext cx="1005838" cy="307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9018DC0-46D8-BB91-6CF2-1F1598175414}"/>
              </a:ext>
            </a:extLst>
          </p:cNvPr>
          <p:cNvCxnSpPr>
            <a:cxnSpLocks/>
            <a:endCxn id="51" idx="1"/>
          </p:cNvCxnSpPr>
          <p:nvPr/>
        </p:nvCxnSpPr>
        <p:spPr>
          <a:xfrm flipV="1">
            <a:off x="2595284" y="4775531"/>
            <a:ext cx="2281604" cy="210736"/>
          </a:xfrm>
          <a:prstGeom prst="bentConnector3">
            <a:avLst>
              <a:gd name="adj1" fmla="val -4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C1ADEF32-EF9A-6F80-D5F8-EACFA93AC6B3}"/>
              </a:ext>
            </a:extLst>
          </p:cNvPr>
          <p:cNvSpPr txBox="1"/>
          <p:nvPr/>
        </p:nvSpPr>
        <p:spPr>
          <a:xfrm>
            <a:off x="6942802" y="3171453"/>
            <a:ext cx="1938589" cy="311963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rPr>
              <a:t>共享特征提取层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CBB046-BAB7-ABBD-FFFE-25F4F0248AC9}"/>
              </a:ext>
            </a:extLst>
          </p:cNvPr>
          <p:cNvSpPr/>
          <p:nvPr/>
        </p:nvSpPr>
        <p:spPr>
          <a:xfrm>
            <a:off x="5954706" y="3130050"/>
            <a:ext cx="3914783" cy="31967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00106F4-5ADA-2B4B-1F3C-9A24203566DF}"/>
              </a:ext>
            </a:extLst>
          </p:cNvPr>
          <p:cNvGrpSpPr/>
          <p:nvPr/>
        </p:nvGrpSpPr>
        <p:grpSpPr>
          <a:xfrm>
            <a:off x="6175844" y="3342845"/>
            <a:ext cx="3580219" cy="2843420"/>
            <a:chOff x="4902044" y="3678932"/>
            <a:chExt cx="2949340" cy="2314353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CDC2FC7-6873-C453-51E6-3A3ED8F29D84}"/>
                </a:ext>
              </a:extLst>
            </p:cNvPr>
            <p:cNvGrpSpPr/>
            <p:nvPr/>
          </p:nvGrpSpPr>
          <p:grpSpPr>
            <a:xfrm>
              <a:off x="4902044" y="3939354"/>
              <a:ext cx="2949340" cy="2053931"/>
              <a:chOff x="4889118" y="3723382"/>
              <a:chExt cx="2949340" cy="1669480"/>
            </a:xfrm>
          </p:grpSpPr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746CF857-36F2-7EDB-49F6-030F2A76FDCF}"/>
                  </a:ext>
                </a:extLst>
              </p:cNvPr>
              <p:cNvGrpSpPr/>
              <p:nvPr/>
            </p:nvGrpSpPr>
            <p:grpSpPr>
              <a:xfrm>
                <a:off x="4889118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2F44776D-E4D9-F9E7-ACF3-BB0F0DD3E8D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026F9296-CA64-E0F7-F34E-F26DDFEEE2FE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D89E1A8-D85E-2CBC-3564-BCB1249DCE8A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FA50921-B47A-D60C-195D-BE2B8ECC6CFE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A187E5AA-238B-AA3C-0D68-538660031E8D}"/>
                  </a:ext>
                </a:extLst>
              </p:cNvPr>
              <p:cNvGrpSpPr/>
              <p:nvPr/>
            </p:nvGrpSpPr>
            <p:grpSpPr>
              <a:xfrm>
                <a:off x="5906651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ADB1D238-7326-62D0-802F-ACA5F40C5BCD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550312D8-71DD-1E3F-3422-C5936E362932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21CDB939-7927-BDAE-1A38-0F15ADBFB951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F8C60D7D-610D-7319-6067-E2D6C5A7B247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F6C8EA70-1AF8-AB5A-9D81-3223BEB36958}"/>
                  </a:ext>
                </a:extLst>
              </p:cNvPr>
              <p:cNvGrpSpPr/>
              <p:nvPr/>
            </p:nvGrpSpPr>
            <p:grpSpPr>
              <a:xfrm>
                <a:off x="6924184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3E9686A9-A365-874B-4EDC-6BD7A69DA16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1F043644-1141-6824-B3D4-F050444C4F71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F1F4BE2A-92B8-3E50-C1C9-8ABFDB412C8E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D3556AD-492A-6589-688D-A2AF1F698183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CAB053F7-E5CE-52DD-5C29-F8DE36A3A333}"/>
                </a:ext>
              </a:extLst>
            </p:cNvPr>
            <p:cNvSpPr txBox="1"/>
            <p:nvPr/>
          </p:nvSpPr>
          <p:spPr>
            <a:xfrm>
              <a:off x="7129359" y="3678932"/>
              <a:ext cx="526609" cy="253917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(</a:t>
              </a:r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可选</a:t>
              </a:r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)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2278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48071-B9D1-7088-65ED-C3BAC3AD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6269B9A2-EFFF-6814-49DD-7DAF7B990346}"/>
              </a:ext>
            </a:extLst>
          </p:cNvPr>
          <p:cNvGrpSpPr/>
          <p:nvPr/>
        </p:nvGrpSpPr>
        <p:grpSpPr>
          <a:xfrm>
            <a:off x="270580" y="96382"/>
            <a:ext cx="11650841" cy="6665237"/>
            <a:chOff x="434567" y="103516"/>
            <a:chExt cx="11650841" cy="6665237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B8FCD9E-F713-D5CB-A051-40026BFD196C}"/>
                </a:ext>
              </a:extLst>
            </p:cNvPr>
            <p:cNvSpPr/>
            <p:nvPr/>
          </p:nvSpPr>
          <p:spPr>
            <a:xfrm>
              <a:off x="3700388" y="104938"/>
              <a:ext cx="6317069" cy="6663815"/>
            </a:xfrm>
            <a:prstGeom prst="rect">
              <a:avLst/>
            </a:prstGeom>
            <a:solidFill>
              <a:srgbClr val="F3E3D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8994C78-6480-230B-0BFC-747CFDD10D2E}"/>
                </a:ext>
              </a:extLst>
            </p:cNvPr>
            <p:cNvSpPr/>
            <p:nvPr/>
          </p:nvSpPr>
          <p:spPr>
            <a:xfrm>
              <a:off x="477142" y="103516"/>
              <a:ext cx="3060271" cy="6650968"/>
            </a:xfrm>
            <a:prstGeom prst="rect">
              <a:avLst/>
            </a:prstGeom>
            <a:solidFill>
              <a:srgbClr val="DDEFDF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73D4AEA-ACC0-2945-236A-99ACFBF6E527}"/>
                </a:ext>
              </a:extLst>
            </p:cNvPr>
            <p:cNvGrpSpPr/>
            <p:nvPr/>
          </p:nvGrpSpPr>
          <p:grpSpPr>
            <a:xfrm>
              <a:off x="434567" y="3513653"/>
              <a:ext cx="1433744" cy="1820435"/>
              <a:chOff x="253731" y="3345505"/>
              <a:chExt cx="1181100" cy="1481712"/>
            </a:xfrm>
          </p:grpSpPr>
          <p:pic>
            <p:nvPicPr>
              <p:cNvPr id="7" name="图形 6">
                <a:extLst>
                  <a:ext uri="{FF2B5EF4-FFF2-40B4-BE49-F238E27FC236}">
                    <a16:creationId xmlns:a16="http://schemas.microsoft.com/office/drawing/2014/main" id="{4E67E286-70E6-D013-57BF-763D9D1DD3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53731" y="3345505"/>
                <a:ext cx="1181100" cy="1181100"/>
              </a:xfrm>
              <a:prstGeom prst="rect">
                <a:avLst/>
              </a:prstGeom>
            </p:spPr>
          </p:pic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1E8A057-9534-503E-3706-D85886397E00}"/>
                  </a:ext>
                </a:extLst>
              </p:cNvPr>
              <p:cNvSpPr txBox="1"/>
              <p:nvPr/>
            </p:nvSpPr>
            <p:spPr>
              <a:xfrm>
                <a:off x="386270" y="4526606"/>
                <a:ext cx="916022" cy="3006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Dataset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25DA8D82-7B03-E360-6EF4-FFA4D1EB9733}"/>
                </a:ext>
              </a:extLst>
            </p:cNvPr>
            <p:cNvGrpSpPr/>
            <p:nvPr/>
          </p:nvGrpSpPr>
          <p:grpSpPr>
            <a:xfrm>
              <a:off x="1981736" y="2801377"/>
              <a:ext cx="1227096" cy="1839871"/>
              <a:chOff x="1952828" y="1951206"/>
              <a:chExt cx="1010866" cy="1497532"/>
            </a:xfrm>
          </p:grpSpPr>
          <p:pic>
            <p:nvPicPr>
              <p:cNvPr id="11" name="图形 10">
                <a:extLst>
                  <a:ext uri="{FF2B5EF4-FFF2-40B4-BE49-F238E27FC236}">
                    <a16:creationId xmlns:a16="http://schemas.microsoft.com/office/drawing/2014/main" id="{40A75B66-200C-EF27-A2EA-961128CE8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89FB096-BC7C-FDA6-1424-2A2EC54CE2AC}"/>
                  </a:ext>
                </a:extLst>
              </p:cNvPr>
              <p:cNvSpPr txBox="1"/>
              <p:nvPr/>
            </p:nvSpPr>
            <p:spPr>
              <a:xfrm>
                <a:off x="1952829" y="2922668"/>
                <a:ext cx="101086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Training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47804F3D-6941-974B-BFF7-9D1F37478BAD}"/>
                </a:ext>
              </a:extLst>
            </p:cNvPr>
            <p:cNvGrpSpPr/>
            <p:nvPr/>
          </p:nvGrpSpPr>
          <p:grpSpPr>
            <a:xfrm>
              <a:off x="1490171" y="4881492"/>
              <a:ext cx="2117652" cy="1887260"/>
              <a:chOff x="1551939" y="1951206"/>
              <a:chExt cx="1744495" cy="1536103"/>
            </a:xfrm>
          </p:grpSpPr>
          <p:pic>
            <p:nvPicPr>
              <p:cNvPr id="17" name="图形 16">
                <a:extLst>
                  <a:ext uri="{FF2B5EF4-FFF2-40B4-BE49-F238E27FC236}">
                    <a16:creationId xmlns:a16="http://schemas.microsoft.com/office/drawing/2014/main" id="{B4759A8F-104C-E9B4-9F1B-13C97709C7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5ED104E-A560-452C-B410-318CA2C9B636}"/>
                  </a:ext>
                </a:extLst>
              </p:cNvPr>
              <p:cNvSpPr txBox="1"/>
              <p:nvPr/>
            </p:nvSpPr>
            <p:spPr>
              <a:xfrm>
                <a:off x="1551939" y="2961239"/>
                <a:ext cx="174449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Validating Set &amp;</a:t>
                </a:r>
              </a:p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Testing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08CB9A1-2477-A2BC-EB33-8600DCDE7F87}"/>
                </a:ext>
              </a:extLst>
            </p:cNvPr>
            <p:cNvCxnSpPr>
              <a:endCxn id="11" idx="1"/>
            </p:cNvCxnSpPr>
            <p:nvPr/>
          </p:nvCxnSpPr>
          <p:spPr>
            <a:xfrm flipV="1">
              <a:off x="1193520" y="3422353"/>
              <a:ext cx="788217" cy="745668"/>
            </a:xfrm>
            <a:prstGeom prst="bentConnector3">
              <a:avLst>
                <a:gd name="adj1" fmla="val 106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818FFDB4-5193-91EF-F111-F52E564E7A98}"/>
                </a:ext>
              </a:extLst>
            </p:cNvPr>
            <p:cNvCxnSpPr>
              <a:stCxn id="9" idx="2"/>
              <a:endCxn id="17" idx="1"/>
            </p:cNvCxnSpPr>
            <p:nvPr/>
          </p:nvCxnSpPr>
          <p:spPr>
            <a:xfrm rot="16200000" flipH="1">
              <a:off x="1479935" y="5005591"/>
              <a:ext cx="168381" cy="82537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04090B2-6744-CA9F-EA29-5E2FA2A119D9}"/>
                </a:ext>
              </a:extLst>
            </p:cNvPr>
            <p:cNvSpPr txBox="1"/>
            <p:nvPr/>
          </p:nvSpPr>
          <p:spPr>
            <a:xfrm>
              <a:off x="477143" y="181694"/>
              <a:ext cx="25669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1. Dataset Construction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E454FEAA-E26E-30DC-0BE3-88B18139E54F}"/>
                </a:ext>
              </a:extLst>
            </p:cNvPr>
            <p:cNvSpPr txBox="1"/>
            <p:nvPr/>
          </p:nvSpPr>
          <p:spPr>
            <a:xfrm>
              <a:off x="3768937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Training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9A2D49DF-F3C8-AE6D-CBD2-9536FAEB2C04}"/>
                </a:ext>
              </a:extLst>
            </p:cNvPr>
            <p:cNvSpPr/>
            <p:nvPr/>
          </p:nvSpPr>
          <p:spPr>
            <a:xfrm>
              <a:off x="3920285" y="664907"/>
              <a:ext cx="5939238" cy="372917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/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Input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 and Obtain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with simulation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blipFill>
                  <a:blip r:embed="rId7"/>
                  <a:stretch>
                    <a:fillRect t="-10204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/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Assemble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to form dataset samples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blipFill>
                  <a:blip r:embed="rId8"/>
                  <a:stretch>
                    <a:fillRect l="-1887" t="-9184" r="-3538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箭头: 下 4">
              <a:extLst>
                <a:ext uri="{FF2B5EF4-FFF2-40B4-BE49-F238E27FC236}">
                  <a16:creationId xmlns:a16="http://schemas.microsoft.com/office/drawing/2014/main" id="{A5177F1E-4203-0C5E-D0D0-DC0FBE6A6C62}"/>
                </a:ext>
              </a:extLst>
            </p:cNvPr>
            <p:cNvSpPr/>
            <p:nvPr/>
          </p:nvSpPr>
          <p:spPr>
            <a:xfrm>
              <a:off x="1807939" y="1352651"/>
              <a:ext cx="281377" cy="318219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箭头: 下 20">
              <a:extLst>
                <a:ext uri="{FF2B5EF4-FFF2-40B4-BE49-F238E27FC236}">
                  <a16:creationId xmlns:a16="http://schemas.microsoft.com/office/drawing/2014/main" id="{5D84F090-E2CA-F72B-3614-78EA5EDB1A5D}"/>
                </a:ext>
              </a:extLst>
            </p:cNvPr>
            <p:cNvSpPr/>
            <p:nvPr/>
          </p:nvSpPr>
          <p:spPr>
            <a:xfrm>
              <a:off x="1807939" y="2267694"/>
              <a:ext cx="281377" cy="508105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E7DEB09-B7C9-6BF2-515E-32B47975BC84}"/>
                </a:ext>
              </a:extLst>
            </p:cNvPr>
            <p:cNvSpPr/>
            <p:nvPr/>
          </p:nvSpPr>
          <p:spPr>
            <a:xfrm>
              <a:off x="10191469" y="103516"/>
              <a:ext cx="1893939" cy="6632412"/>
            </a:xfrm>
            <a:prstGeom prst="rect">
              <a:avLst/>
            </a:prstGeom>
            <a:solidFill>
              <a:srgbClr val="F3ECCB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8B2D9A79-CF2F-B6D2-F73E-E3E17A66B34F}"/>
                </a:ext>
              </a:extLst>
            </p:cNvPr>
            <p:cNvGrpSpPr/>
            <p:nvPr/>
          </p:nvGrpSpPr>
          <p:grpSpPr>
            <a:xfrm>
              <a:off x="3920285" y="4665623"/>
              <a:ext cx="5939238" cy="1830560"/>
              <a:chOff x="4057729" y="7413196"/>
              <a:chExt cx="3708212" cy="1830560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56E7AC6-658E-D8AC-6A36-44B01F8E3BF0}"/>
                  </a:ext>
                </a:extLst>
              </p:cNvPr>
              <p:cNvGrpSpPr/>
              <p:nvPr/>
            </p:nvGrpSpPr>
            <p:grpSpPr>
              <a:xfrm>
                <a:off x="4057729" y="7413196"/>
                <a:ext cx="3708212" cy="1830560"/>
                <a:chOff x="4057729" y="7413196"/>
                <a:chExt cx="3708212" cy="1830560"/>
              </a:xfrm>
            </p:grpSpPr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A57BADBC-6AE5-2B2F-BE9B-4567ABA35D67}"/>
                    </a:ext>
                  </a:extLst>
                </p:cNvPr>
                <p:cNvSpPr/>
                <p:nvPr/>
              </p:nvSpPr>
              <p:spPr>
                <a:xfrm>
                  <a:off x="4057730" y="7413196"/>
                  <a:ext cx="3708211" cy="1830560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480B2012-849C-0ADF-D31C-B7907B67CC34}"/>
                    </a:ext>
                  </a:extLst>
                </p:cNvPr>
                <p:cNvSpPr txBox="1"/>
                <p:nvPr/>
              </p:nvSpPr>
              <p:spPr>
                <a:xfrm>
                  <a:off x="4057729" y="7472599"/>
                  <a:ext cx="35333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Loss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Function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&amp; Optimization (</a:t>
                  </a:r>
                  <a:r>
                    <a:rPr lang="en-US" altLang="zh-CN" sz="2000" dirty="0" err="1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AdamW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sz="20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/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total</m:t>
                              </m:r>
                            </m:sub>
                          </m:sSub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  <m:sSubSup>
                            <m:sSubSup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∥"/>
                                  <m:endChr m:val="∥"/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zh-CN" altLang="en-US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zh-CN" altLang="en-US" dirty="0">
                      <a:latin typeface="Times New Roman" panose="02020603050405020304" pitchFamily="18" charset="0"/>
                    </a:endParaRPr>
                  </a:p>
                  <a:p>
                    <a:pPr algn="ctr"/>
                    <a:endPara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68432D83-7B63-6966-58B4-4B02A2465F2F}"/>
                </a:ext>
              </a:extLst>
            </p:cNvPr>
            <p:cNvSpPr txBox="1"/>
            <p:nvPr/>
          </p:nvSpPr>
          <p:spPr>
            <a:xfrm>
              <a:off x="3920284" y="702279"/>
              <a:ext cx="1651841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Learning model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AD6862E4-470A-527C-4194-BF6F8FD035F9}"/>
                </a:ext>
              </a:extLst>
            </p:cNvPr>
            <p:cNvGrpSpPr/>
            <p:nvPr/>
          </p:nvGrpSpPr>
          <p:grpSpPr>
            <a:xfrm>
              <a:off x="4078698" y="1057255"/>
              <a:ext cx="5641439" cy="3208711"/>
              <a:chOff x="4002845" y="4459695"/>
              <a:chExt cx="5641439" cy="3208711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2B91396F-7A52-9E33-8842-57D11E04E29A}"/>
                  </a:ext>
                </a:extLst>
              </p:cNvPr>
              <p:cNvSpPr/>
              <p:nvPr/>
            </p:nvSpPr>
            <p:spPr>
              <a:xfrm>
                <a:off x="4029675" y="4471637"/>
                <a:ext cx="839040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/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en-US" altLang="zh-CN" sz="1050" dirty="0" err="1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en-US" altLang="zh-CN" sz="1050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400" b="1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sz="140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zh-CN" altLang="en-US" sz="1400">
                              <a:latin typeface="Cambria Math" panose="02040503050406030204" pitchFamily="18" charset="0"/>
                            </a:rPr>
                            <m:t>⊙</m:t>
                          </m:r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𝐦</m:t>
                          </m:r>
                        </m:oMath>
                      </m:oMathPara>
                    </a14:m>
                    <a:endParaRPr lang="zh-CN" altLang="en-US" sz="1400" dirty="0"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29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46E04711-E949-8953-C40F-DBF8E3B521BE}"/>
                  </a:ext>
                </a:extLst>
              </p:cNvPr>
              <p:cNvSpPr/>
              <p:nvPr/>
            </p:nvSpPr>
            <p:spPr>
              <a:xfrm>
                <a:off x="8548267" y="4471637"/>
                <a:ext cx="1096017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9079407A-45FA-2672-F0B4-C5021A7E6F7D}"/>
                  </a:ext>
                </a:extLst>
              </p:cNvPr>
              <p:cNvSpPr txBox="1"/>
              <p:nvPr/>
            </p:nvSpPr>
            <p:spPr>
              <a:xfrm>
                <a:off x="5890786" y="4471637"/>
                <a:ext cx="174460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26014A1-D985-5EA7-22CE-9B39F70C6A12}"/>
                  </a:ext>
                </a:extLst>
              </p:cNvPr>
              <p:cNvSpPr/>
              <p:nvPr/>
            </p:nvSpPr>
            <p:spPr>
              <a:xfrm>
                <a:off x="5074332" y="4474052"/>
                <a:ext cx="3377518" cy="319435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00BA50C4-87C3-8257-BD5E-40ABDBC95E10}"/>
                  </a:ext>
                </a:extLst>
              </p:cNvPr>
              <p:cNvGrpSpPr/>
              <p:nvPr/>
            </p:nvGrpSpPr>
            <p:grpSpPr>
              <a:xfrm>
                <a:off x="5149879" y="4881491"/>
                <a:ext cx="3123185" cy="2263455"/>
                <a:chOff x="4620852" y="4860689"/>
                <a:chExt cx="3123185" cy="2263455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DD9FC71A-0470-140A-A748-D9FF2BDE6AE3}"/>
                    </a:ext>
                  </a:extLst>
                </p:cNvPr>
                <p:cNvSpPr/>
                <p:nvPr/>
              </p:nvSpPr>
              <p:spPr>
                <a:xfrm>
                  <a:off x="4620852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F7FCA85A-62FC-2B90-F6BA-69CFC1E6AFE4}"/>
                    </a:ext>
                  </a:extLst>
                </p:cNvPr>
                <p:cNvSpPr/>
                <p:nvPr/>
              </p:nvSpPr>
              <p:spPr>
                <a:xfrm>
                  <a:off x="4620852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485C46B0-72A9-D56B-EFF3-7F441EE7FDA9}"/>
                    </a:ext>
                  </a:extLst>
                </p:cNvPr>
                <p:cNvSpPr/>
                <p:nvPr/>
              </p:nvSpPr>
              <p:spPr>
                <a:xfrm>
                  <a:off x="4620852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7D3C382-1258-4E23-9B3F-B64AD96310D1}"/>
                    </a:ext>
                  </a:extLst>
                </p:cNvPr>
                <p:cNvSpPr/>
                <p:nvPr/>
              </p:nvSpPr>
              <p:spPr>
                <a:xfrm>
                  <a:off x="4620852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2172529E-9409-9881-1D1B-0B21DC86504C}"/>
                    </a:ext>
                  </a:extLst>
                </p:cNvPr>
                <p:cNvSpPr/>
                <p:nvPr/>
              </p:nvSpPr>
              <p:spPr>
                <a:xfrm>
                  <a:off x="5732444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007F7E40-5A03-06E6-675E-7E2D62EF72FB}"/>
                    </a:ext>
                  </a:extLst>
                </p:cNvPr>
                <p:cNvSpPr/>
                <p:nvPr/>
              </p:nvSpPr>
              <p:spPr>
                <a:xfrm>
                  <a:off x="5732444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A65687AE-8E92-D03E-20CD-8DDAF6218E38}"/>
                    </a:ext>
                  </a:extLst>
                </p:cNvPr>
                <p:cNvSpPr/>
                <p:nvPr/>
              </p:nvSpPr>
              <p:spPr>
                <a:xfrm>
                  <a:off x="5732444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58D5F74E-404A-3A77-205E-1F69130CCD95}"/>
                    </a:ext>
                  </a:extLst>
                </p:cNvPr>
                <p:cNvSpPr/>
                <p:nvPr/>
              </p:nvSpPr>
              <p:spPr>
                <a:xfrm>
                  <a:off x="5732444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7467B599-5686-D3AC-0556-D6365D90C96B}"/>
                    </a:ext>
                  </a:extLst>
                </p:cNvPr>
                <p:cNvSpPr/>
                <p:nvPr/>
              </p:nvSpPr>
              <p:spPr>
                <a:xfrm>
                  <a:off x="6844037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E05DD6B3-7042-D4DC-5D3B-0CB1F5FAD7D9}"/>
                    </a:ext>
                  </a:extLst>
                </p:cNvPr>
                <p:cNvSpPr/>
                <p:nvPr/>
              </p:nvSpPr>
              <p:spPr>
                <a:xfrm>
                  <a:off x="6844037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28DBE728-9110-22A6-F4D3-A0B12354EF27}"/>
                    </a:ext>
                  </a:extLst>
                </p:cNvPr>
                <p:cNvSpPr/>
                <p:nvPr/>
              </p:nvSpPr>
              <p:spPr>
                <a:xfrm>
                  <a:off x="6844037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E615D1C7-1311-5080-538D-3BDE0E7EF220}"/>
                    </a:ext>
                  </a:extLst>
                </p:cNvPr>
                <p:cNvSpPr/>
                <p:nvPr/>
              </p:nvSpPr>
              <p:spPr>
                <a:xfrm>
                  <a:off x="6844037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F4964874-25BC-6160-B129-653643FD8AB1}"/>
                  </a:ext>
                </a:extLst>
              </p:cNvPr>
              <p:cNvSpPr txBox="1"/>
              <p:nvPr/>
            </p:nvSpPr>
            <p:spPr>
              <a:xfrm>
                <a:off x="7459186" y="4632114"/>
                <a:ext cx="681008" cy="253916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(Optimal)</a:t>
                </a:r>
                <a:endPara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51B7ED4E-69E6-C1C7-ABDB-D518065F2DE2}"/>
                  </a:ext>
                </a:extLst>
              </p:cNvPr>
              <p:cNvGrpSpPr/>
              <p:nvPr/>
            </p:nvGrpSpPr>
            <p:grpSpPr>
              <a:xfrm>
                <a:off x="8640592" y="4737849"/>
                <a:ext cx="868096" cy="647038"/>
                <a:chOff x="8626403" y="4769236"/>
                <a:chExt cx="868096" cy="64703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Task1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𝑜𝑢𝑡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0C75ABFB-B233-B758-C8DE-04056A610AF5}"/>
                    </a:ext>
                  </a:extLst>
                </p:cNvPr>
                <p:cNvSpPr/>
                <p:nvPr/>
              </p:nvSpPr>
              <p:spPr>
                <a:xfrm>
                  <a:off x="8626403" y="5056274"/>
                  <a:ext cx="868095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2FF38260-6114-14FB-E22A-B110E60F7B7E}"/>
                  </a:ext>
                </a:extLst>
              </p:cNvPr>
              <p:cNvGrpSpPr/>
              <p:nvPr/>
            </p:nvGrpSpPr>
            <p:grpSpPr>
              <a:xfrm>
                <a:off x="8640592" y="5474258"/>
                <a:ext cx="868095" cy="651608"/>
                <a:chOff x="8594498" y="6049093"/>
                <a:chExt cx="900001" cy="65160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Task2 </a:t>
                      </a:r>
                      <a14:m>
                        <m:oMath xmlns:m="http://schemas.openxmlformats.org/officeDocument/2006/math">
                          <m:r>
                            <a:rPr lang="en-US" altLang="zh-CN" sz="11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𝐷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61325698-C0FC-15FF-BAA6-26E84C1D0E32}"/>
                    </a:ext>
                  </a:extLst>
                </p:cNvPr>
                <p:cNvSpPr/>
                <p:nvPr/>
              </p:nvSpPr>
              <p:spPr>
                <a:xfrm>
                  <a:off x="8594499" y="6340701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1E777160-1361-DA53-F286-53C3E5E8E520}"/>
                  </a:ext>
                </a:extLst>
              </p:cNvPr>
              <p:cNvGrpSpPr/>
              <p:nvPr/>
            </p:nvGrpSpPr>
            <p:grpSpPr>
              <a:xfrm>
                <a:off x="8624638" y="6215237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Task3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𝑇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A547CAD4-A563-9CEA-B0A4-801A18CEE64F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3CE26B86-FA70-72B9-4CC3-67B216AE0FE0}"/>
                  </a:ext>
                </a:extLst>
              </p:cNvPr>
              <p:cNvGrpSpPr/>
              <p:nvPr/>
            </p:nvGrpSpPr>
            <p:grpSpPr>
              <a:xfrm>
                <a:off x="8624638" y="6952609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Task4 </a:t>
                      </a:r>
                      <a14:m>
                        <m:oMath xmlns:m="http://schemas.openxmlformats.org/officeDocument/2006/math">
                          <m:r>
                            <a:rPr lang="en-US" altLang="zh-CN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𝑆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A1E2AED-329B-51CC-3799-065533678776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8D9F1A69-E096-6431-C1A3-40BF68ED3CF1}"/>
                  </a:ext>
                </a:extLst>
              </p:cNvPr>
              <p:cNvSpPr txBox="1"/>
              <p:nvPr/>
            </p:nvSpPr>
            <p:spPr>
              <a:xfrm>
                <a:off x="4167942" y="4466100"/>
                <a:ext cx="575553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Input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7185429B-FAFE-05AE-83FA-3C8EBF6DDE33}"/>
                  </a:ext>
                </a:extLst>
              </p:cNvPr>
              <p:cNvSpPr txBox="1"/>
              <p:nvPr/>
            </p:nvSpPr>
            <p:spPr>
              <a:xfrm>
                <a:off x="8711845" y="4459695"/>
                <a:ext cx="76885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Output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257C3AD3-7133-56CE-4259-F7497CFE1F1B}"/>
                  </a:ext>
                </a:extLst>
              </p:cNvPr>
              <p:cNvSpPr txBox="1"/>
              <p:nvPr/>
            </p:nvSpPr>
            <p:spPr>
              <a:xfrm>
                <a:off x="6109032" y="4466101"/>
                <a:ext cx="1308118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8A7D76B2-2C32-D2FC-4E9C-A4B0EC90D645}"/>
                </a:ext>
              </a:extLst>
            </p:cNvPr>
            <p:cNvCxnSpPr/>
            <p:nvPr/>
          </p:nvCxnSpPr>
          <p:spPr>
            <a:xfrm>
              <a:off x="3234928" y="3422352"/>
              <a:ext cx="685357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6E633568-5093-290E-DF2F-FD657E5BD336}"/>
                </a:ext>
              </a:extLst>
            </p:cNvPr>
            <p:cNvCxnSpPr>
              <a:cxnSpLocks/>
              <a:stCxn id="97" idx="2"/>
            </p:cNvCxnSpPr>
            <p:nvPr/>
          </p:nvCxnSpPr>
          <p:spPr>
            <a:xfrm>
              <a:off x="9172129" y="4265966"/>
              <a:ext cx="0" cy="399657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5959CD79-0223-46F5-C836-CC48400D7AF2}"/>
                </a:ext>
              </a:extLst>
            </p:cNvPr>
            <p:cNvSpPr txBox="1"/>
            <p:nvPr/>
          </p:nvSpPr>
          <p:spPr>
            <a:xfrm>
              <a:off x="10234539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3. Selection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83" name="组合 182">
              <a:extLst>
                <a:ext uri="{FF2B5EF4-FFF2-40B4-BE49-F238E27FC236}">
                  <a16:creationId xmlns:a16="http://schemas.microsoft.com/office/drawing/2014/main" id="{88056F67-6E7A-BD38-D55E-53C714714C3E}"/>
                </a:ext>
              </a:extLst>
            </p:cNvPr>
            <p:cNvGrpSpPr/>
            <p:nvPr/>
          </p:nvGrpSpPr>
          <p:grpSpPr>
            <a:xfrm>
              <a:off x="10273605" y="603579"/>
              <a:ext cx="1640603" cy="3979023"/>
              <a:chOff x="10288516" y="1812588"/>
              <a:chExt cx="1640603" cy="3979023"/>
            </a:xfrm>
          </p:grpSpPr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20620944-08F5-22D5-77FF-168F93681D2C}"/>
                  </a:ext>
                </a:extLst>
              </p:cNvPr>
              <p:cNvSpPr/>
              <p:nvPr/>
            </p:nvSpPr>
            <p:spPr>
              <a:xfrm>
                <a:off x="10288516" y="1812588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New Traffic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320C0672-4533-1530-40B9-6C8B0C9DA0D0}"/>
                  </a:ext>
                </a:extLst>
              </p:cNvPr>
              <p:cNvSpPr/>
              <p:nvPr/>
            </p:nvSpPr>
            <p:spPr>
              <a:xfrm>
                <a:off x="10288516" y="3512956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Learning model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/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</a:rPr>
                      <a:t>Optimal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99"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2" name="箭头: 下 111">
                <a:extLst>
                  <a:ext uri="{FF2B5EF4-FFF2-40B4-BE49-F238E27FC236}">
                    <a16:creationId xmlns:a16="http://schemas.microsoft.com/office/drawing/2014/main" id="{E3323F90-5C5D-5B90-B036-9DAFB2616855}"/>
                  </a:ext>
                </a:extLst>
              </p:cNvPr>
              <p:cNvSpPr/>
              <p:nvPr/>
            </p:nvSpPr>
            <p:spPr>
              <a:xfrm>
                <a:off x="10963275" y="2397838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3" name="箭头: 下 112">
                <a:extLst>
                  <a:ext uri="{FF2B5EF4-FFF2-40B4-BE49-F238E27FC236}">
                    <a16:creationId xmlns:a16="http://schemas.microsoft.com/office/drawing/2014/main" id="{EAFA1175-A893-C6F8-8591-1B5091814570}"/>
                  </a:ext>
                </a:extLst>
              </p:cNvPr>
              <p:cNvSpPr/>
              <p:nvPr/>
            </p:nvSpPr>
            <p:spPr>
              <a:xfrm>
                <a:off x="10963275" y="4098206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cxnSp>
          <p:nvCxnSpPr>
            <p:cNvPr id="178" name="直接箭头连接符 177">
              <a:extLst>
                <a:ext uri="{FF2B5EF4-FFF2-40B4-BE49-F238E27FC236}">
                  <a16:creationId xmlns:a16="http://schemas.microsoft.com/office/drawing/2014/main" id="{ED1B218C-C313-D000-6202-440E5997D62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rot="16200000" flipH="1">
              <a:off x="2498332" y="4158947"/>
              <a:ext cx="2158551" cy="685359"/>
            </a:xfrm>
            <a:prstGeom prst="bentConnector2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/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600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altLang="en-US" sz="1600"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/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5128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5" name="箭头: 下 184">
              <a:extLst>
                <a:ext uri="{FF2B5EF4-FFF2-40B4-BE49-F238E27FC236}">
                  <a16:creationId xmlns:a16="http://schemas.microsoft.com/office/drawing/2014/main" id="{15C2571A-1744-0F10-ABCF-7580E4708C75}"/>
                </a:ext>
              </a:extLst>
            </p:cNvPr>
            <p:cNvSpPr/>
            <p:nvPr/>
          </p:nvSpPr>
          <p:spPr>
            <a:xfrm rot="16200000">
              <a:off x="9901087" y="2419457"/>
              <a:ext cx="314778" cy="397906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D787F91B-4606-1779-4F69-A1C579DA1B58}"/>
                </a:ext>
              </a:extLst>
            </p:cNvPr>
            <p:cNvSpPr txBox="1"/>
            <p:nvPr/>
          </p:nvSpPr>
          <p:spPr>
            <a:xfrm>
              <a:off x="11232198" y="3634982"/>
              <a:ext cx="7138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select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33F2150A-E8DB-B72F-C6B7-08979DD0628D}"/>
                </a:ext>
              </a:extLst>
            </p:cNvPr>
            <p:cNvSpPr txBox="1"/>
            <p:nvPr/>
          </p:nvSpPr>
          <p:spPr>
            <a:xfrm>
              <a:off x="11205539" y="1853172"/>
              <a:ext cx="548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use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/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12245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4368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644853FC-4596-7753-4237-51CD0F6CB3D3}"/>
              </a:ext>
            </a:extLst>
          </p:cNvPr>
          <p:cNvGrpSpPr/>
          <p:nvPr/>
        </p:nvGrpSpPr>
        <p:grpSpPr>
          <a:xfrm>
            <a:off x="233296" y="388961"/>
            <a:ext cx="11790381" cy="5105060"/>
            <a:chOff x="233296" y="388961"/>
            <a:chExt cx="11790381" cy="5105060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953B85B-4540-45DB-9B59-49A52AE7D063}"/>
                </a:ext>
              </a:extLst>
            </p:cNvPr>
            <p:cNvSpPr/>
            <p:nvPr/>
          </p:nvSpPr>
          <p:spPr>
            <a:xfrm>
              <a:off x="233296" y="388961"/>
              <a:ext cx="11790381" cy="51050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B828D90-089F-1EF0-22CB-7F3A47C57B8F}"/>
                </a:ext>
              </a:extLst>
            </p:cNvPr>
            <p:cNvSpPr/>
            <p:nvPr/>
          </p:nvSpPr>
          <p:spPr>
            <a:xfrm>
              <a:off x="417549" y="862737"/>
              <a:ext cx="11421876" cy="55537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8F41CDD-8AD1-8E56-9CAF-C966EA5D8630}"/>
                </a:ext>
              </a:extLst>
            </p:cNvPr>
            <p:cNvSpPr txBox="1"/>
            <p:nvPr/>
          </p:nvSpPr>
          <p:spPr>
            <a:xfrm>
              <a:off x="3270459" y="848037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7519377-3840-2610-0994-026C8D3094BB}"/>
                </a:ext>
              </a:extLst>
            </p:cNvPr>
            <p:cNvCxnSpPr>
              <a:cxnSpLocks/>
              <a:stCxn id="2" idx="2"/>
              <a:endCxn id="9" idx="0"/>
            </p:cNvCxnSpPr>
            <p:nvPr/>
          </p:nvCxnSpPr>
          <p:spPr>
            <a:xfrm>
              <a:off x="6128487" y="1418111"/>
              <a:ext cx="0" cy="2911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2C58D7B-C247-7067-104F-EA18557E6C5F}"/>
                </a:ext>
              </a:extLst>
            </p:cNvPr>
            <p:cNvSpPr/>
            <p:nvPr/>
          </p:nvSpPr>
          <p:spPr>
            <a:xfrm>
              <a:off x="449437" y="1791859"/>
              <a:ext cx="3266245" cy="43552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054EC-B63D-0A2B-DFED-B5F95F457728}"/>
                </a:ext>
              </a:extLst>
            </p:cNvPr>
            <p:cNvSpPr txBox="1"/>
            <p:nvPr/>
          </p:nvSpPr>
          <p:spPr>
            <a:xfrm>
              <a:off x="417549" y="1715993"/>
              <a:ext cx="3327742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流量形态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437ED65-DEFE-C0F7-74F0-42ED86DCE96B}"/>
                </a:ext>
              </a:extLst>
            </p:cNvPr>
            <p:cNvSpPr/>
            <p:nvPr/>
          </p:nvSpPr>
          <p:spPr>
            <a:xfrm>
              <a:off x="4496504" y="1791858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/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1961" b="-7843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FFBAA93-B867-3365-BC10-3400D70B6C90}"/>
                </a:ext>
              </a:extLst>
            </p:cNvPr>
            <p:cNvSpPr/>
            <p:nvPr/>
          </p:nvSpPr>
          <p:spPr>
            <a:xfrm>
              <a:off x="8543570" y="1768657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/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2D68F-283F-2EB1-265D-800E4645DEE5}"/>
                </a:ext>
              </a:extLst>
            </p:cNvPr>
            <p:cNvSpPr/>
            <p:nvPr/>
          </p:nvSpPr>
          <p:spPr>
            <a:xfrm>
              <a:off x="449437" y="2548106"/>
              <a:ext cx="3266246" cy="197175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327BB64-D3F2-FE09-939B-0C4C8329A64C}"/>
                </a:ext>
              </a:extLst>
            </p:cNvPr>
            <p:cNvSpPr txBox="1"/>
            <p:nvPr/>
          </p:nvSpPr>
          <p:spPr>
            <a:xfrm>
              <a:off x="479750" y="2989750"/>
              <a:ext cx="3201762" cy="107721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两阶段保持一致遍历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DA0FAF06-94EE-0621-9DEB-7546AB4A129A}"/>
                </a:ext>
              </a:extLst>
            </p:cNvPr>
            <p:cNvSpPr/>
            <p:nvPr/>
          </p:nvSpPr>
          <p:spPr>
            <a:xfrm>
              <a:off x="4496504" y="2548106"/>
              <a:ext cx="7342920" cy="31754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/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分协议按有效工作区间粗采样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r>
                    <a:rPr lang="en-US" altLang="zh-CN" sz="1600" dirty="0">
                      <a:solidFill>
                        <a:schemeClr val="tx1"/>
                      </a:solidFill>
                    </a:rPr>
                    <a:t> </a:t>
                  </a:r>
                  <a:r>
                    <a:rPr lang="zh-CN" altLang="en-US" sz="1600" dirty="0">
                      <a:solidFill>
                        <a:schemeClr val="tx1"/>
                      </a:solidFill>
                    </a:rPr>
                    <a:t>和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3BED2230-88D6-38CB-8E00-2D707BD2F992}"/>
                </a:ext>
              </a:extLst>
            </p:cNvPr>
            <p:cNvGrpSpPr/>
            <p:nvPr/>
          </p:nvGrpSpPr>
          <p:grpSpPr>
            <a:xfrm>
              <a:off x="4496504" y="3450847"/>
              <a:ext cx="7342920" cy="1069012"/>
              <a:chOff x="4496504" y="3450847"/>
              <a:chExt cx="7342920" cy="1069012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23FE968-AA31-72BB-0337-A4BB5F01B0CF}"/>
                  </a:ext>
                </a:extLst>
              </p:cNvPr>
              <p:cNvSpPr/>
              <p:nvPr/>
            </p:nvSpPr>
            <p:spPr>
              <a:xfrm>
                <a:off x="4496504" y="3650959"/>
                <a:ext cx="7342920" cy="283706"/>
              </a:xfrm>
              <a:prstGeom prst="rect">
                <a:avLst/>
              </a:prstGeom>
              <a:solidFill>
                <a:srgbClr val="F8CBAD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二阶段采样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/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在峰值与转折区细采样</a:t>
                    </a:r>
                    <a14:m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acc>
                      </m:oMath>
                    </a14:m>
                    <a:r>
                      <a:rPr lang="en-US" altLang="zh-CN" sz="16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zh-CN" altLang="en-US" sz="1600" dirty="0">
                        <a:solidFill>
                          <a:schemeClr val="tx1"/>
                        </a:solidFill>
                      </a:rPr>
                      <a:t>和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4E2DC232-768F-C0D9-E364-6BB96334A480}"/>
                  </a:ext>
                </a:extLst>
              </p:cNvPr>
              <p:cNvCxnSpPr>
                <a:stCxn id="38" idx="2"/>
                <a:endCxn id="43" idx="0"/>
              </p:cNvCxnSpPr>
              <p:nvPr/>
            </p:nvCxnSpPr>
            <p:spPr>
              <a:xfrm>
                <a:off x="8167964" y="3450847"/>
                <a:ext cx="0" cy="2001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8D26837-1D96-D635-D059-21461F4A0F28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6128487" y="2307469"/>
              <a:ext cx="0" cy="24063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E21DAD0-36B5-6E49-F8D4-CF1DA64C7896}"/>
                </a:ext>
              </a:extLst>
            </p:cNvPr>
            <p:cNvCxnSpPr>
              <a:stCxn id="12" idx="2"/>
            </p:cNvCxnSpPr>
            <p:nvPr/>
          </p:nvCxnSpPr>
          <p:spPr>
            <a:xfrm>
              <a:off x="10175553" y="2287057"/>
              <a:ext cx="0" cy="2610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91BEC67A-A277-3A25-D224-0519CCD30529}"/>
                </a:ext>
              </a:extLst>
            </p:cNvPr>
            <p:cNvCxnSpPr>
              <a:stCxn id="5" idx="2"/>
              <a:endCxn id="32" idx="0"/>
            </p:cNvCxnSpPr>
            <p:nvPr/>
          </p:nvCxnSpPr>
          <p:spPr>
            <a:xfrm>
              <a:off x="2081420" y="2300768"/>
              <a:ext cx="1140" cy="24733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3D6646B4-24EE-1E21-05DB-70054581DA98}"/>
                </a:ext>
              </a:extLst>
            </p:cNvPr>
            <p:cNvCxnSpPr>
              <a:stCxn id="5" idx="0"/>
            </p:cNvCxnSpPr>
            <p:nvPr/>
          </p:nvCxnSpPr>
          <p:spPr>
            <a:xfrm flipV="1">
              <a:off x="2081420" y="1418111"/>
              <a:ext cx="0" cy="29788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B6A75991-5A28-496B-C80C-DEB0DD0BE7D2}"/>
                </a:ext>
              </a:extLst>
            </p:cNvPr>
            <p:cNvCxnSpPr>
              <a:stCxn id="12" idx="0"/>
            </p:cNvCxnSpPr>
            <p:nvPr/>
          </p:nvCxnSpPr>
          <p:spPr>
            <a:xfrm flipV="1">
              <a:off x="10175553" y="1418111"/>
              <a:ext cx="0" cy="26519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3D0BA87-1E6F-F03B-B6DB-85F400B05927}"/>
                </a:ext>
              </a:extLst>
            </p:cNvPr>
            <p:cNvSpPr txBox="1"/>
            <p:nvPr/>
          </p:nvSpPr>
          <p:spPr>
            <a:xfrm>
              <a:off x="311116" y="433226"/>
              <a:ext cx="4481377" cy="400110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数据集采样策略（可采样输入维度）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/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44EE741-7B54-8502-DA4D-470076DEACDD}"/>
                </a:ext>
              </a:extLst>
            </p:cNvPr>
            <p:cNvCxnSpPr>
              <a:stCxn id="32" idx="2"/>
            </p:cNvCxnSpPr>
            <p:nvPr/>
          </p:nvCxnSpPr>
          <p:spPr>
            <a:xfrm flipH="1">
              <a:off x="2081420" y="4519859"/>
              <a:ext cx="1141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E8DE245D-917C-C0B4-F454-F6C2A0D04226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8167964" y="4519859"/>
              <a:ext cx="0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FC2AEE1D-6962-DC61-8706-3902F448F0F3}"/>
              </a:ext>
            </a:extLst>
          </p:cNvPr>
          <p:cNvSpPr txBox="1"/>
          <p:nvPr/>
        </p:nvSpPr>
        <p:spPr>
          <a:xfrm>
            <a:off x="253928" y="5734658"/>
            <a:ext cx="4481377" cy="40011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20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数据集采样策略（可采样输入维度）</a:t>
            </a:r>
          </a:p>
        </p:txBody>
      </p:sp>
    </p:spTree>
    <p:extLst>
      <p:ext uri="{BB962C8B-B14F-4D97-AF65-F5344CB8AC3E}">
        <p14:creationId xmlns:p14="http://schemas.microsoft.com/office/powerpoint/2010/main" val="107335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D89A-FB04-0C19-2C35-F68B8CC7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C760E46-879B-323E-9AEE-9461554F22E7}"/>
              </a:ext>
            </a:extLst>
          </p:cNvPr>
          <p:cNvGrpSpPr/>
          <p:nvPr/>
        </p:nvGrpSpPr>
        <p:grpSpPr>
          <a:xfrm>
            <a:off x="822708" y="997194"/>
            <a:ext cx="8356474" cy="4161194"/>
            <a:chOff x="822708" y="997194"/>
            <a:chExt cx="8356474" cy="4161194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AA1BE53-3AE7-903D-1ED9-824A10C89884}"/>
                </a:ext>
              </a:extLst>
            </p:cNvPr>
            <p:cNvSpPr/>
            <p:nvPr/>
          </p:nvSpPr>
          <p:spPr>
            <a:xfrm>
              <a:off x="822708" y="2634019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1C13E5F-7D19-7E1F-0496-EFBAD46C80B4}"/>
                </a:ext>
              </a:extLst>
            </p:cNvPr>
            <p:cNvSpPr/>
            <p:nvPr/>
          </p:nvSpPr>
          <p:spPr>
            <a:xfrm>
              <a:off x="2266603" y="1011894"/>
              <a:ext cx="6822789" cy="555374"/>
            </a:xfrm>
            <a:prstGeom prst="rect">
              <a:avLst/>
            </a:prstGeom>
            <a:solidFill>
              <a:srgbClr val="DCE6F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ECA89DF-2BFC-CA35-A442-4B5FB2AA896B}"/>
                </a:ext>
              </a:extLst>
            </p:cNvPr>
            <p:cNvSpPr txBox="1"/>
            <p:nvPr/>
          </p:nvSpPr>
          <p:spPr>
            <a:xfrm>
              <a:off x="2819969" y="997194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CD11E44E-512C-C74F-39F4-5A1EA34E8E19}"/>
                </a:ext>
              </a:extLst>
            </p:cNvPr>
            <p:cNvCxnSpPr>
              <a:cxnSpLocks/>
              <a:stCxn id="3" idx="2"/>
              <a:endCxn id="9" idx="0"/>
            </p:cNvCxnSpPr>
            <p:nvPr/>
          </p:nvCxnSpPr>
          <p:spPr>
            <a:xfrm flipH="1">
              <a:off x="5677093" y="1581969"/>
              <a:ext cx="905" cy="263485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8CF12D21-CDDE-8714-23FB-3F9F89B8E522}"/>
                </a:ext>
              </a:extLst>
            </p:cNvPr>
            <p:cNvSpPr/>
            <p:nvPr/>
          </p:nvSpPr>
          <p:spPr>
            <a:xfrm>
              <a:off x="2249412" y="1928021"/>
              <a:ext cx="2135229" cy="435526"/>
            </a:xfrm>
            <a:prstGeom prst="rect">
              <a:avLst/>
            </a:prstGeom>
            <a:solidFill>
              <a:srgbClr val="DCFFE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AE48198B-30DB-05F4-F4F1-7F6670E6BC71}"/>
                </a:ext>
              </a:extLst>
            </p:cNvPr>
            <p:cNvSpPr txBox="1"/>
            <p:nvPr/>
          </p:nvSpPr>
          <p:spPr>
            <a:xfrm>
              <a:off x="2249413" y="1852155"/>
              <a:ext cx="2135229" cy="584775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047F15D-E964-9DE1-8B28-DE4008E67DC8}"/>
                </a:ext>
              </a:extLst>
            </p:cNvPr>
            <p:cNvSpPr/>
            <p:nvPr/>
          </p:nvSpPr>
          <p:spPr>
            <a:xfrm>
              <a:off x="4597092" y="1928020"/>
              <a:ext cx="2159999" cy="435526"/>
            </a:xfrm>
            <a:prstGeom prst="rect">
              <a:avLst/>
            </a:prstGeom>
            <a:solidFill>
              <a:srgbClr val="FFEBD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/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solidFill>
                  <a:srgbClr val="F3E3D6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2970" r="-280" b="-792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441F30C-4E0D-CDEF-FF82-E50E567D03E8}"/>
                </a:ext>
              </a:extLst>
            </p:cNvPr>
            <p:cNvSpPr/>
            <p:nvPr/>
          </p:nvSpPr>
          <p:spPr>
            <a:xfrm>
              <a:off x="6926750" y="1917814"/>
              <a:ext cx="1991365" cy="43552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/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solidFill>
                  <a:srgbClr val="F3ECCB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54D740C6-A5C8-8C22-F8D3-99B446E06FBA}"/>
                </a:ext>
              </a:extLst>
            </p:cNvPr>
            <p:cNvSpPr/>
            <p:nvPr/>
          </p:nvSpPr>
          <p:spPr>
            <a:xfrm>
              <a:off x="869827" y="2749213"/>
              <a:ext cx="1275025" cy="509170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6292790-6DA1-6D37-9B7B-0EE6FC1FEC9E}"/>
                </a:ext>
              </a:extLst>
            </p:cNvPr>
            <p:cNvSpPr/>
            <p:nvPr/>
          </p:nvSpPr>
          <p:spPr>
            <a:xfrm>
              <a:off x="4590526" y="2749213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分协议有效工作区间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/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solidFill>
                  <a:srgbClr val="DCE6F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组合可采样输入空间配置，与固定项合并形成完整输入向量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E70CA10C-9665-9B41-6CA1-1C14DD7C7BA5}"/>
                </a:ext>
              </a:extLst>
            </p:cNvPr>
            <p:cNvCxnSpPr>
              <a:cxnSpLocks/>
              <a:stCxn id="3" idx="2"/>
              <a:endCxn id="12" idx="0"/>
            </p:cNvCxnSpPr>
            <p:nvPr/>
          </p:nvCxnSpPr>
          <p:spPr>
            <a:xfrm>
              <a:off x="5677998" y="1581969"/>
              <a:ext cx="2328751" cy="26069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B1303E1C-1DD0-412E-7FCE-2319B75711F0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 flipH="1">
              <a:off x="3317028" y="1581969"/>
              <a:ext cx="2360970" cy="27018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31F3C214-F664-E0F0-1CF5-822D01127886}"/>
                </a:ext>
              </a:extLst>
            </p:cNvPr>
            <p:cNvSpPr/>
            <p:nvPr/>
          </p:nvSpPr>
          <p:spPr>
            <a:xfrm>
              <a:off x="6927267" y="2749213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分协议参数可行域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E3C8D68-90F5-085A-C208-FC3C46C40A35}"/>
                </a:ext>
              </a:extLst>
            </p:cNvPr>
            <p:cNvSpPr/>
            <p:nvPr/>
          </p:nvSpPr>
          <p:spPr>
            <a:xfrm>
              <a:off x="2237286" y="2749213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固定离散场景遍历</a:t>
              </a: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59958D0C-9F0B-AF68-7812-FFFB5D066503}"/>
                </a:ext>
              </a:extLst>
            </p:cNvPr>
            <p:cNvSpPr/>
            <p:nvPr/>
          </p:nvSpPr>
          <p:spPr>
            <a:xfrm>
              <a:off x="822708" y="3599618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FCE28929-BC43-CF7D-D5FF-B7825B7E1302}"/>
                </a:ext>
              </a:extLst>
            </p:cNvPr>
            <p:cNvSpPr/>
            <p:nvPr/>
          </p:nvSpPr>
          <p:spPr>
            <a:xfrm>
              <a:off x="869828" y="3768448"/>
              <a:ext cx="1272604" cy="445233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二阶段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A976DDC1-4254-FD31-470D-A8AB227322A5}"/>
                </a:ext>
              </a:extLst>
            </p:cNvPr>
            <p:cNvSpPr/>
            <p:nvPr/>
          </p:nvSpPr>
          <p:spPr>
            <a:xfrm>
              <a:off x="4590526" y="3704512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在峰值与转折区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24C21C7-825A-1DDC-1AD6-056D7A4819D7}"/>
                </a:ext>
              </a:extLst>
            </p:cNvPr>
            <p:cNvSpPr/>
            <p:nvPr/>
          </p:nvSpPr>
          <p:spPr>
            <a:xfrm>
              <a:off x="6927267" y="3704512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关键参数邻域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8739D85A-BECE-4952-14E8-E59B6D488B54}"/>
                </a:ext>
              </a:extLst>
            </p:cNvPr>
            <p:cNvSpPr/>
            <p:nvPr/>
          </p:nvSpPr>
          <p:spPr>
            <a:xfrm>
              <a:off x="2234865" y="3704512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保持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一致遍历</a:t>
              </a:r>
            </a:p>
          </p:txBody>
        </p: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C1957492-5F49-BB28-703E-604BD1119AAC}"/>
                </a:ext>
              </a:extLst>
            </p:cNvPr>
            <p:cNvCxnSpPr>
              <a:cxnSpLocks/>
              <a:stCxn id="5" idx="2"/>
              <a:endCxn id="64" idx="0"/>
            </p:cNvCxnSpPr>
            <p:nvPr/>
          </p:nvCxnSpPr>
          <p:spPr>
            <a:xfrm flipH="1">
              <a:off x="3317027" y="2436930"/>
              <a:ext cx="1" cy="31228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CD352897-AF9B-2067-9F7C-74E3B8408CA4}"/>
                </a:ext>
              </a:extLst>
            </p:cNvPr>
            <p:cNvCxnSpPr>
              <a:stCxn id="9" idx="2"/>
              <a:endCxn id="38" idx="0"/>
            </p:cNvCxnSpPr>
            <p:nvPr/>
          </p:nvCxnSpPr>
          <p:spPr>
            <a:xfrm flipH="1">
              <a:off x="5670267" y="2443631"/>
              <a:ext cx="6826" cy="305582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6BCA1311-C373-F89D-27CC-048C8799F1E5}"/>
                </a:ext>
              </a:extLst>
            </p:cNvPr>
            <p:cNvCxnSpPr>
              <a:stCxn id="12" idx="2"/>
              <a:endCxn id="62" idx="0"/>
            </p:cNvCxnSpPr>
            <p:nvPr/>
          </p:nvCxnSpPr>
          <p:spPr>
            <a:xfrm>
              <a:off x="8006749" y="2446420"/>
              <a:ext cx="259" cy="30279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E649BF24-DD91-3022-DF51-DB5EF81214E1}"/>
                </a:ext>
              </a:extLst>
            </p:cNvPr>
            <p:cNvCxnSpPr>
              <a:stCxn id="64" idx="2"/>
              <a:endCxn id="65" idx="0"/>
            </p:cNvCxnSpPr>
            <p:nvPr/>
          </p:nvCxnSpPr>
          <p:spPr>
            <a:xfrm flipH="1">
              <a:off x="3314606" y="3334407"/>
              <a:ext cx="2421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58CBFE9A-B3B2-9205-42A3-21C9908B6D93}"/>
                </a:ext>
              </a:extLst>
            </p:cNvPr>
            <p:cNvCxnSpPr>
              <a:stCxn id="38" idx="2"/>
              <a:endCxn id="44" idx="0"/>
            </p:cNvCxnSpPr>
            <p:nvPr/>
          </p:nvCxnSpPr>
          <p:spPr>
            <a:xfrm>
              <a:off x="5670267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A8B8F1C0-1DA5-4F3D-A60E-B857C8A76B61}"/>
                </a:ext>
              </a:extLst>
            </p:cNvPr>
            <p:cNvCxnSpPr>
              <a:stCxn id="62" idx="2"/>
              <a:endCxn id="61" idx="0"/>
            </p:cNvCxnSpPr>
            <p:nvPr/>
          </p:nvCxnSpPr>
          <p:spPr>
            <a:xfrm>
              <a:off x="8007008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箭头: 下 131">
              <a:extLst>
                <a:ext uri="{FF2B5EF4-FFF2-40B4-BE49-F238E27FC236}">
                  <a16:creationId xmlns:a16="http://schemas.microsoft.com/office/drawing/2014/main" id="{65F5F51D-1333-8A29-FCF3-A11E38314378}"/>
                </a:ext>
              </a:extLst>
            </p:cNvPr>
            <p:cNvSpPr/>
            <p:nvPr/>
          </p:nvSpPr>
          <p:spPr>
            <a:xfrm>
              <a:off x="5485463" y="4394598"/>
              <a:ext cx="135050" cy="293531"/>
            </a:xfrm>
            <a:prstGeom prst="downArrow">
              <a:avLst>
                <a:gd name="adj1" fmla="val 33072"/>
                <a:gd name="adj2" fmla="val 50000"/>
              </a:avLst>
            </a:prstGeom>
            <a:solidFill>
              <a:srgbClr val="4F5B66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989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组合 52">
            <a:extLst>
              <a:ext uri="{FF2B5EF4-FFF2-40B4-BE49-F238E27FC236}">
                <a16:creationId xmlns:a16="http://schemas.microsoft.com/office/drawing/2014/main" id="{4CE5A9EA-CE06-C7A5-9A2D-CB5BC38B3E56}"/>
              </a:ext>
            </a:extLst>
          </p:cNvPr>
          <p:cNvGrpSpPr/>
          <p:nvPr/>
        </p:nvGrpSpPr>
        <p:grpSpPr>
          <a:xfrm>
            <a:off x="1290015" y="941692"/>
            <a:ext cx="4452586" cy="4288931"/>
            <a:chOff x="1102290" y="1189973"/>
            <a:chExt cx="4452586" cy="4288931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081984B5-1984-313B-9424-3CAF9731773A}"/>
                </a:ext>
              </a:extLst>
            </p:cNvPr>
            <p:cNvSpPr/>
            <p:nvPr/>
          </p:nvSpPr>
          <p:spPr>
            <a:xfrm>
              <a:off x="1102290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9D08743-8186-2B7D-A8DD-F2E852763B3A}"/>
                </a:ext>
              </a:extLst>
            </p:cNvPr>
            <p:cNvSpPr/>
            <p:nvPr/>
          </p:nvSpPr>
          <p:spPr>
            <a:xfrm>
              <a:off x="4502689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17136C98-1C3B-1865-27D4-F67328B5A397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628383" y="1878904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C57C7FE-5E56-309A-8219-10C41B83C94B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5028783" y="1878904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0BC37A36-AC0D-1737-F772-D5E608986AE9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3" y="2499360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22D7F04-9410-9648-A668-BBB878CA769D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2" y="4236720"/>
              <a:ext cx="343589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DA21A69A-EBA6-0CDF-C318-60BC2F1FB5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28382" y="3322320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71154223-CD89-A27C-7652-475411DBBB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10635" y="5120640"/>
              <a:ext cx="3453638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976A72B-6B39-A0FC-EC75-C1BD6134B09A}"/>
                </a:ext>
              </a:extLst>
            </p:cNvPr>
            <p:cNvSpPr txBox="1"/>
            <p:nvPr/>
          </p:nvSpPr>
          <p:spPr>
            <a:xfrm>
              <a:off x="2283148" y="2127943"/>
              <a:ext cx="2117941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Msg1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：前导序列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A779A4C8-BF8F-36E5-7807-FD323DF7D762}"/>
                </a:ext>
              </a:extLst>
            </p:cNvPr>
            <p:cNvSpPr txBox="1"/>
            <p:nvPr/>
          </p:nvSpPr>
          <p:spPr>
            <a:xfrm>
              <a:off x="1909558" y="3003094"/>
              <a:ext cx="286512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Msg2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：随机接入响应报文</a:t>
              </a: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FDB78DD2-FDAB-24EE-A485-45CCA9CB0890}"/>
                </a:ext>
              </a:extLst>
            </p:cNvPr>
            <p:cNvSpPr txBox="1"/>
            <p:nvPr/>
          </p:nvSpPr>
          <p:spPr>
            <a:xfrm>
              <a:off x="1675843" y="3878245"/>
              <a:ext cx="333255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Msg3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：短数据报文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83960ED7-47B6-ED66-C559-176F06B5535D}"/>
                </a:ext>
              </a:extLst>
            </p:cNvPr>
            <p:cNvSpPr txBox="1"/>
            <p:nvPr/>
          </p:nvSpPr>
          <p:spPr>
            <a:xfrm>
              <a:off x="1962846" y="4753395"/>
              <a:ext cx="2758544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Msg4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：确认答复报文</a:t>
              </a:r>
            </a:p>
          </p:txBody>
        </p:sp>
      </p:grpSp>
      <p:sp>
        <p:nvSpPr>
          <p:cNvPr id="34" name="矩形 33">
            <a:extLst>
              <a:ext uri="{FF2B5EF4-FFF2-40B4-BE49-F238E27FC236}">
                <a16:creationId xmlns:a16="http://schemas.microsoft.com/office/drawing/2014/main" id="{30406AED-C2E2-C582-C3D0-D383BF1C0C46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7F0F3AE-4AB1-4194-64AF-079573F6F6F8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C526CF12-E7BF-F813-B90B-E8F59E7AB6D6}"/>
              </a:ext>
            </a:extLst>
          </p:cNvPr>
          <p:cNvCxnSpPr>
            <a:stCxn id="34" idx="2"/>
          </p:cNvCxnSpPr>
          <p:nvPr/>
        </p:nvCxnSpPr>
        <p:spPr>
          <a:xfrm flipH="1">
            <a:off x="7303482" y="1630623"/>
            <a:ext cx="1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52D0BE3B-F41D-313D-9D54-CCDFB8DA3F64}"/>
              </a:ext>
            </a:extLst>
          </p:cNvPr>
          <p:cNvCxnSpPr>
            <a:stCxn id="35" idx="2"/>
          </p:cNvCxnSpPr>
          <p:nvPr/>
        </p:nvCxnSpPr>
        <p:spPr>
          <a:xfrm>
            <a:off x="10703882" y="1630623"/>
            <a:ext cx="35490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2BB71B87-58CB-7FCC-FFE8-E4594220A992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B8D48B1D-848D-DDEA-FF2F-47AE8B708800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500809F9-3854-7828-2FAF-EC79576B32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76B5DFB-2CEC-15A3-470C-3FBD12ECC44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3B77ADF2-4FD4-9F6B-A30C-31B7CB85DD97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918B934F-A2A7-769D-2002-AC17404034C9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5A9FB945-9663-C504-847E-DF6163E8705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DC6877E1-730E-0966-A10A-6A66ADD73C7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EF0FDD2-18EA-6FFA-BD4F-8A06790EAD81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C69D56-0317-FF97-A7C0-2B1DAA67B956}"/>
              </a:ext>
            </a:extLst>
          </p:cNvPr>
          <p:cNvSpPr txBox="1"/>
          <p:nvPr/>
        </p:nvSpPr>
        <p:spPr>
          <a:xfrm>
            <a:off x="1826575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四步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F68249D-F6DA-AD52-8630-4846FDC11604}"/>
              </a:ext>
            </a:extLst>
          </p:cNvPr>
          <p:cNvSpPr txBox="1"/>
          <p:nvPr/>
        </p:nvSpPr>
        <p:spPr>
          <a:xfrm>
            <a:off x="7502926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</p:spTree>
    <p:extLst>
      <p:ext uri="{BB962C8B-B14F-4D97-AF65-F5344CB8AC3E}">
        <p14:creationId xmlns:p14="http://schemas.microsoft.com/office/powerpoint/2010/main" val="2162077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9859F-6178-533D-299B-B75483FB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4A2B3DEF-EB71-23D0-083F-332AF888E105}"/>
              </a:ext>
            </a:extLst>
          </p:cNvPr>
          <p:cNvSpPr/>
          <p:nvPr/>
        </p:nvSpPr>
        <p:spPr>
          <a:xfrm>
            <a:off x="7296209" y="5813404"/>
            <a:ext cx="3443160" cy="349971"/>
          </a:xfrm>
          <a:prstGeom prst="rect">
            <a:avLst/>
          </a:prstGeom>
          <a:solidFill>
            <a:srgbClr val="8FAADC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A84CBC0-A99D-8C47-0BA8-FE8AF38F968A}"/>
              </a:ext>
            </a:extLst>
          </p:cNvPr>
          <p:cNvSpPr/>
          <p:nvPr/>
        </p:nvSpPr>
        <p:spPr>
          <a:xfrm>
            <a:off x="1826574" y="5813404"/>
            <a:ext cx="3425421" cy="34997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B7971F-652A-C655-F8D5-FC09DC9A97E6}"/>
              </a:ext>
            </a:extLst>
          </p:cNvPr>
          <p:cNvSpPr/>
          <p:nvPr/>
        </p:nvSpPr>
        <p:spPr>
          <a:xfrm>
            <a:off x="1290015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EF26C0-07B0-DF5B-3595-7C92A4082440}"/>
              </a:ext>
            </a:extLst>
          </p:cNvPr>
          <p:cNvSpPr/>
          <p:nvPr/>
        </p:nvSpPr>
        <p:spPr>
          <a:xfrm>
            <a:off x="4690414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C1894A8-D492-AB16-22B2-C8A6D28DC1C0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816109" y="1630623"/>
            <a:ext cx="0" cy="479855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EE0EA5-481D-1439-DE8A-23F0FC3B8122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5216508" y="1630623"/>
            <a:ext cx="35488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F89E014-69AB-228E-668D-552BDD3DD61F}"/>
              </a:ext>
            </a:extLst>
          </p:cNvPr>
          <p:cNvCxnSpPr>
            <a:cxnSpLocks/>
          </p:cNvCxnSpPr>
          <p:nvPr/>
        </p:nvCxnSpPr>
        <p:spPr>
          <a:xfrm>
            <a:off x="1816108" y="2251079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52B8BCE-DF56-837D-DE63-4AE7B7AD0A21}"/>
              </a:ext>
            </a:extLst>
          </p:cNvPr>
          <p:cNvCxnSpPr>
            <a:cxnSpLocks/>
          </p:cNvCxnSpPr>
          <p:nvPr/>
        </p:nvCxnSpPr>
        <p:spPr>
          <a:xfrm>
            <a:off x="1816107" y="3988439"/>
            <a:ext cx="3435891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7347650-AFA1-B05C-9864-3F85AB625E5C}"/>
              </a:ext>
            </a:extLst>
          </p:cNvPr>
          <p:cNvCxnSpPr>
            <a:cxnSpLocks/>
          </p:cNvCxnSpPr>
          <p:nvPr/>
        </p:nvCxnSpPr>
        <p:spPr>
          <a:xfrm flipH="1">
            <a:off x="1816107" y="3074039"/>
            <a:ext cx="3418146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5C6C4D2-41E6-8608-B9C7-4FE593349EA6}"/>
              </a:ext>
            </a:extLst>
          </p:cNvPr>
          <p:cNvCxnSpPr>
            <a:cxnSpLocks/>
          </p:cNvCxnSpPr>
          <p:nvPr/>
        </p:nvCxnSpPr>
        <p:spPr>
          <a:xfrm flipH="1">
            <a:off x="1798360" y="4872359"/>
            <a:ext cx="345363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F28844BE-7774-EE10-F861-3B12C09C2C46}"/>
              </a:ext>
            </a:extLst>
          </p:cNvPr>
          <p:cNvSpPr txBox="1"/>
          <p:nvPr/>
        </p:nvSpPr>
        <p:spPr>
          <a:xfrm>
            <a:off x="2470873" y="1879662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Msg1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：前导序列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34B35A8-9CBA-0F36-C224-B29EC4987B9E}"/>
              </a:ext>
            </a:extLst>
          </p:cNvPr>
          <p:cNvSpPr txBox="1"/>
          <p:nvPr/>
        </p:nvSpPr>
        <p:spPr>
          <a:xfrm>
            <a:off x="2097283" y="2754813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Msg2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：随机接入响应报文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84B147D-7D90-1388-C7CB-39049FFCDEAC}"/>
              </a:ext>
            </a:extLst>
          </p:cNvPr>
          <p:cNvSpPr txBox="1"/>
          <p:nvPr/>
        </p:nvSpPr>
        <p:spPr>
          <a:xfrm>
            <a:off x="1863568" y="3629964"/>
            <a:ext cx="333255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Msg3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连接建立请求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26A8E1E-C418-656E-0B64-41497EEC8B48}"/>
              </a:ext>
            </a:extLst>
          </p:cNvPr>
          <p:cNvSpPr txBox="1"/>
          <p:nvPr/>
        </p:nvSpPr>
        <p:spPr>
          <a:xfrm>
            <a:off x="2070214" y="4505114"/>
            <a:ext cx="283890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Msg4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：连接建立确认报文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29AF4EE-351B-F3F2-4195-5F2691A1598B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612D05-5FBE-CFF4-21CE-C2C4A92CE81F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0C439D50-6161-A35E-F7F9-99AFF7FE4F13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7303483" y="1630623"/>
            <a:ext cx="0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13C86F65-4E7B-ED7D-0593-0C3DF66E42FD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10703882" y="1630623"/>
            <a:ext cx="35487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C582F2B-C174-C010-841D-BD40D20BEAB8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93F94F4C-C5DE-3B0C-77B4-76C032B1A4C1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C8097FC3-3559-7B94-29A3-DBC958F6E8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35A7CD79-F57F-87ED-CAD0-17D0E2D66B0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62FC27C-060E-F93F-0398-E1279714ECC3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5C6F7124-DF9A-70D1-1BBA-BDCC6C9FF90A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68F4A4BD-FFBC-8C12-93B2-F9B5936F5C6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E16BC4D7-151E-A15A-C833-448DEEC510C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39E997E-5C1B-6192-410E-3690C92B6CDE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E2ACBC-B37A-7D95-4F04-AAD625130923}"/>
              </a:ext>
            </a:extLst>
          </p:cNvPr>
          <p:cNvSpPr txBox="1"/>
          <p:nvPr/>
        </p:nvSpPr>
        <p:spPr>
          <a:xfrm>
            <a:off x="1791060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基于连接的四步随机接入过程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2380420-A00F-04D3-1141-FEC319DD3F20}"/>
              </a:ext>
            </a:extLst>
          </p:cNvPr>
          <p:cNvSpPr txBox="1"/>
          <p:nvPr/>
        </p:nvSpPr>
        <p:spPr>
          <a:xfrm>
            <a:off x="7354101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基于连接的两步随机接入过程</a:t>
            </a: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BF68B67-68B3-37E9-5790-3CA8669FB760}"/>
              </a:ext>
            </a:extLst>
          </p:cNvPr>
          <p:cNvCxnSpPr>
            <a:cxnSpLocks/>
          </p:cNvCxnSpPr>
          <p:nvPr/>
        </p:nvCxnSpPr>
        <p:spPr>
          <a:xfrm>
            <a:off x="1816108" y="5492815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1180FA24-F9B2-165F-7573-E14F602C7C19}"/>
              </a:ext>
            </a:extLst>
          </p:cNvPr>
          <p:cNvSpPr txBox="1"/>
          <p:nvPr/>
        </p:nvSpPr>
        <p:spPr>
          <a:xfrm>
            <a:off x="2470873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A2A586E-3DD3-1145-DEDC-462B983541A3}"/>
              </a:ext>
            </a:extLst>
          </p:cNvPr>
          <p:cNvCxnSpPr>
            <a:cxnSpLocks/>
          </p:cNvCxnSpPr>
          <p:nvPr/>
        </p:nvCxnSpPr>
        <p:spPr>
          <a:xfrm>
            <a:off x="7303481" y="5492815"/>
            <a:ext cx="343588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925927-8055-1F7B-5551-0E6CD774160B}"/>
              </a:ext>
            </a:extLst>
          </p:cNvPr>
          <p:cNvSpPr txBox="1"/>
          <p:nvPr/>
        </p:nvSpPr>
        <p:spPr>
          <a:xfrm>
            <a:off x="7993735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A0B4FB4-E0F9-4DD4-C143-75D7691077E9}"/>
              </a:ext>
            </a:extLst>
          </p:cNvPr>
          <p:cNvSpPr txBox="1"/>
          <p:nvPr/>
        </p:nvSpPr>
        <p:spPr>
          <a:xfrm>
            <a:off x="2470873" y="5804490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5134876-5619-2A0F-BBF2-AFE6C70CB963}"/>
              </a:ext>
            </a:extLst>
          </p:cNvPr>
          <p:cNvSpPr txBox="1"/>
          <p:nvPr/>
        </p:nvSpPr>
        <p:spPr>
          <a:xfrm>
            <a:off x="7940507" y="5804490"/>
            <a:ext cx="2139998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</p:spTree>
    <p:extLst>
      <p:ext uri="{BB962C8B-B14F-4D97-AF65-F5344CB8AC3E}">
        <p14:creationId xmlns:p14="http://schemas.microsoft.com/office/powerpoint/2010/main" val="3894209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3C7BE46-1C86-C582-325B-A58361824131}"/>
              </a:ext>
            </a:extLst>
          </p:cNvPr>
          <p:cNvGrpSpPr/>
          <p:nvPr/>
        </p:nvGrpSpPr>
        <p:grpSpPr>
          <a:xfrm>
            <a:off x="322949" y="450753"/>
            <a:ext cx="11546103" cy="6291775"/>
            <a:chOff x="322949" y="450753"/>
            <a:chExt cx="11546103" cy="6291775"/>
          </a:xfrm>
        </p:grpSpPr>
        <p:sp>
          <p:nvSpPr>
            <p:cNvPr id="107" name="流程图: 决策 106">
              <a:extLst>
                <a:ext uri="{FF2B5EF4-FFF2-40B4-BE49-F238E27FC236}">
                  <a16:creationId xmlns:a16="http://schemas.microsoft.com/office/drawing/2014/main" id="{C1EE22BA-8A63-38B0-13F4-288805170A7C}"/>
                </a:ext>
              </a:extLst>
            </p:cNvPr>
            <p:cNvSpPr/>
            <p:nvPr/>
          </p:nvSpPr>
          <p:spPr>
            <a:xfrm>
              <a:off x="3927520" y="450795"/>
              <a:ext cx="3070609" cy="1088543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38" name="流程图: 决策 137">
              <a:extLst>
                <a:ext uri="{FF2B5EF4-FFF2-40B4-BE49-F238E27FC236}">
                  <a16:creationId xmlns:a16="http://schemas.microsoft.com/office/drawing/2014/main" id="{5699C3B1-C901-1ABD-1DF2-84A9FD263E4C}"/>
                </a:ext>
              </a:extLst>
            </p:cNvPr>
            <p:cNvSpPr/>
            <p:nvPr/>
          </p:nvSpPr>
          <p:spPr>
            <a:xfrm>
              <a:off x="4394868" y="2756173"/>
              <a:ext cx="2135912" cy="787681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45" name="流程图: 决策 144">
              <a:extLst>
                <a:ext uri="{FF2B5EF4-FFF2-40B4-BE49-F238E27FC236}">
                  <a16:creationId xmlns:a16="http://schemas.microsoft.com/office/drawing/2014/main" id="{A6E2F20E-4DA2-AF16-219F-F27A8C5A46F5}"/>
                </a:ext>
              </a:extLst>
            </p:cNvPr>
            <p:cNvSpPr/>
            <p:nvPr/>
          </p:nvSpPr>
          <p:spPr>
            <a:xfrm>
              <a:off x="3927520" y="4584355"/>
              <a:ext cx="3070609" cy="1015390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1339D1B-3C73-529F-5BEB-6C2B1EF0DAA5}"/>
                </a:ext>
              </a:extLst>
            </p:cNvPr>
            <p:cNvSpPr/>
            <p:nvPr/>
          </p:nvSpPr>
          <p:spPr>
            <a:xfrm>
              <a:off x="527394" y="450753"/>
              <a:ext cx="3006899" cy="1088542"/>
            </a:xfrm>
            <a:prstGeom prst="rect">
              <a:avLst/>
            </a:prstGeom>
            <a:solidFill>
              <a:srgbClr val="EDEDED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3C28E2EE-28FF-44B4-7C4A-09596371771C}"/>
                    </a:ext>
                  </a:extLst>
                </p:cNvPr>
                <p:cNvSpPr txBox="1"/>
                <p:nvPr/>
              </p:nvSpPr>
              <p:spPr>
                <a:xfrm>
                  <a:off x="322949" y="701747"/>
                  <a:ext cx="3320230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初始化竞争窗口</a:t>
                  </a:r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𝐶𝑊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𝑚𝑖𝑛</m:t>
                          </m:r>
                        </m:sub>
                      </m:sSub>
                    </m:oMath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生成随机数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∈ [0,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𝐶𝑊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]</m:t>
                      </m:r>
                    </m:oMath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3C28E2EE-28FF-44B4-7C4A-0959637177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49" y="701747"/>
                  <a:ext cx="3320230" cy="646331"/>
                </a:xfrm>
                <a:prstGeom prst="rect">
                  <a:avLst/>
                </a:prstGeom>
                <a:blipFill>
                  <a:blip r:embed="rId2"/>
                  <a:stretch>
                    <a:fillRect t="-6604" b="-1320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F4BC76EE-D638-3D3C-9B19-EE30CE24575E}"/>
                </a:ext>
              </a:extLst>
            </p:cNvPr>
            <p:cNvCxnSpPr>
              <a:cxnSpLocks/>
              <a:stCxn id="2" idx="3"/>
              <a:endCxn id="107" idx="1"/>
            </p:cNvCxnSpPr>
            <p:nvPr/>
          </p:nvCxnSpPr>
          <p:spPr>
            <a:xfrm>
              <a:off x="3534293" y="995026"/>
              <a:ext cx="393227" cy="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0DF8695-7FF0-E790-0616-C1876B489F98}"/>
                </a:ext>
              </a:extLst>
            </p:cNvPr>
            <p:cNvSpPr/>
            <p:nvPr/>
          </p:nvSpPr>
          <p:spPr>
            <a:xfrm>
              <a:off x="8365172" y="646310"/>
              <a:ext cx="2461546" cy="690539"/>
            </a:xfrm>
            <a:prstGeom prst="rect">
              <a:avLst/>
            </a:prstGeom>
            <a:solidFill>
              <a:srgbClr val="ECFDF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D9731EB-1D08-F1B0-5EF7-7E3983DACE05}"/>
                    </a:ext>
                  </a:extLst>
                </p:cNvPr>
                <p:cNvSpPr txBox="1"/>
                <p:nvPr/>
              </p:nvSpPr>
              <p:spPr>
                <a:xfrm>
                  <a:off x="8404334" y="806912"/>
                  <a:ext cx="23916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ea typeface="宋体" panose="02010600030101010101" pitchFamily="2" charset="-122"/>
                    </a:rPr>
                    <a:t>随机数</a:t>
                  </a:r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保持</a:t>
                  </a: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D9731EB-1D08-F1B0-5EF7-7E3983DAC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4334" y="806912"/>
                  <a:ext cx="239165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11475" b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5F139A33-A66D-9793-8D9A-115F2F295C70}"/>
                </a:ext>
              </a:extLst>
            </p:cNvPr>
            <p:cNvCxnSpPr>
              <a:cxnSpLocks/>
              <a:stCxn id="107" idx="2"/>
              <a:endCxn id="148" idx="0"/>
            </p:cNvCxnSpPr>
            <p:nvPr/>
          </p:nvCxnSpPr>
          <p:spPr>
            <a:xfrm flipH="1">
              <a:off x="5462824" y="1539338"/>
              <a:ext cx="1" cy="2722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668789DC-78DB-E6B5-339A-50559D807B14}"/>
                </a:ext>
              </a:extLst>
            </p:cNvPr>
            <p:cNvCxnSpPr>
              <a:cxnSpLocks/>
              <a:stCxn id="107" idx="3"/>
              <a:endCxn id="9" idx="1"/>
            </p:cNvCxnSpPr>
            <p:nvPr/>
          </p:nvCxnSpPr>
          <p:spPr>
            <a:xfrm flipV="1">
              <a:off x="6998129" y="991580"/>
              <a:ext cx="1367043" cy="3487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76372893-1E17-1D23-4F3D-5C7750259369}"/>
                </a:ext>
              </a:extLst>
            </p:cNvPr>
            <p:cNvSpPr/>
            <p:nvPr/>
          </p:nvSpPr>
          <p:spPr>
            <a:xfrm>
              <a:off x="4044489" y="3904252"/>
              <a:ext cx="2840890" cy="49243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C7730E32-5870-741F-A9F2-1EA01F4FF09A}"/>
                </a:ext>
              </a:extLst>
            </p:cNvPr>
            <p:cNvSpPr txBox="1"/>
            <p:nvPr/>
          </p:nvSpPr>
          <p:spPr>
            <a:xfrm>
              <a:off x="4040271" y="3986609"/>
              <a:ext cx="2845105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数据传输</a:t>
              </a:r>
              <a:endParaRPr lang="en-US" altLang="zh-CN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C2EE79CC-FD9C-0628-8A98-17D90987ACFD}"/>
                </a:ext>
              </a:extLst>
            </p:cNvPr>
            <p:cNvCxnSpPr>
              <a:cxnSpLocks/>
              <a:stCxn id="138" idx="2"/>
              <a:endCxn id="59" idx="0"/>
            </p:cNvCxnSpPr>
            <p:nvPr/>
          </p:nvCxnSpPr>
          <p:spPr>
            <a:xfrm>
              <a:off x="5462824" y="3543854"/>
              <a:ext cx="2110" cy="3603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CF2727FE-FA1F-D0D3-CC3D-946F6E0803A2}"/>
                </a:ext>
              </a:extLst>
            </p:cNvPr>
            <p:cNvSpPr/>
            <p:nvPr/>
          </p:nvSpPr>
          <p:spPr>
            <a:xfrm>
              <a:off x="7757271" y="4511126"/>
              <a:ext cx="3685779" cy="1314365"/>
            </a:xfrm>
            <a:prstGeom prst="rect">
              <a:avLst/>
            </a:prstGeom>
            <a:solidFill>
              <a:srgbClr val="ECFDF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4EDBF2F0-6ADF-02D9-7154-244748AB621B}"/>
                    </a:ext>
                  </a:extLst>
                </p:cNvPr>
                <p:cNvSpPr txBox="1"/>
                <p:nvPr/>
              </p:nvSpPr>
              <p:spPr>
                <a:xfrm>
                  <a:off x="7761553" y="4568144"/>
                  <a:ext cx="3681497" cy="1200329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调整窗口：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𝑛𝑒𝑤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CN" b="0" i="0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min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⁡(2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𝑜𝑙𝑑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+1,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)</m:t>
                        </m:r>
                      </m:oMath>
                    </m:oMathPara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生成随机数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∈ [0, 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𝑛𝑒𝑤</m:t>
                            </m:r>
                          </m:sub>
                        </m:sSub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]</m:t>
                        </m:r>
                      </m:oMath>
                    </m:oMathPara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4EDBF2F0-6ADF-02D9-7154-244748AB62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1553" y="4568144"/>
                  <a:ext cx="3681497" cy="1200329"/>
                </a:xfrm>
                <a:prstGeom prst="rect">
                  <a:avLst/>
                </a:prstGeom>
                <a:blipFill>
                  <a:blip r:embed="rId4"/>
                  <a:stretch>
                    <a:fillRect t="-3046" b="-507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E56AF2DA-0137-2FF5-E175-62BB2CCE2AEF}"/>
                </a:ext>
              </a:extLst>
            </p:cNvPr>
            <p:cNvSpPr txBox="1"/>
            <p:nvPr/>
          </p:nvSpPr>
          <p:spPr>
            <a:xfrm>
              <a:off x="5462823" y="5538297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1D975BDE-7641-ECBD-833C-55C75FA704CB}"/>
                </a:ext>
              </a:extLst>
            </p:cNvPr>
            <p:cNvSpPr txBox="1"/>
            <p:nvPr/>
          </p:nvSpPr>
          <p:spPr>
            <a:xfrm>
              <a:off x="6881163" y="4782454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89C5B583-D8BC-B16B-99CB-DAF8D1D1CC46}"/>
                </a:ext>
              </a:extLst>
            </p:cNvPr>
            <p:cNvCxnSpPr>
              <a:cxnSpLocks/>
              <a:stCxn id="82" idx="3"/>
              <a:endCxn id="107" idx="0"/>
            </p:cNvCxnSpPr>
            <p:nvPr/>
          </p:nvCxnSpPr>
          <p:spPr>
            <a:xfrm flipH="1" flipV="1">
              <a:off x="5462825" y="450795"/>
              <a:ext cx="5980225" cy="4717514"/>
            </a:xfrm>
            <a:prstGeom prst="bentConnector4">
              <a:avLst>
                <a:gd name="adj1" fmla="val -7263"/>
                <a:gd name="adj2" fmla="val 1063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291D4D9A-7140-DC53-AF53-11A38DE92E5C}"/>
                </a:ext>
              </a:extLst>
            </p:cNvPr>
            <p:cNvSpPr txBox="1"/>
            <p:nvPr/>
          </p:nvSpPr>
          <p:spPr>
            <a:xfrm>
              <a:off x="4258565" y="671734"/>
              <a:ext cx="2461546" cy="573514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信道检测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CCA</a:t>
              </a: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信道是否空闲？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文本框 136">
                  <a:extLst>
                    <a:ext uri="{FF2B5EF4-FFF2-40B4-BE49-F238E27FC236}">
                      <a16:creationId xmlns:a16="http://schemas.microsoft.com/office/drawing/2014/main" id="{22286C28-1E9E-92F1-B3CA-484CB3D3C9A1}"/>
                    </a:ext>
                  </a:extLst>
                </p:cNvPr>
                <p:cNvSpPr txBox="1"/>
                <p:nvPr/>
              </p:nvSpPr>
              <p:spPr>
                <a:xfrm>
                  <a:off x="4738553" y="2970134"/>
                  <a:ext cx="154503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=0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？</a:t>
                  </a:r>
                </a:p>
              </p:txBody>
            </p:sp>
          </mc:Choice>
          <mc:Fallback xmlns="">
            <p:sp>
              <p:nvSpPr>
                <p:cNvPr id="137" name="文本框 136">
                  <a:extLst>
                    <a:ext uri="{FF2B5EF4-FFF2-40B4-BE49-F238E27FC236}">
                      <a16:creationId xmlns:a16="http://schemas.microsoft.com/office/drawing/2014/main" id="{22286C28-1E9E-92F1-B3CA-484CB3D3C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8553" y="2970134"/>
                  <a:ext cx="1545036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11475" b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7518033F-BF6B-E207-24C5-8BDCC1A12D11}"/>
                </a:ext>
              </a:extLst>
            </p:cNvPr>
            <p:cNvSpPr txBox="1"/>
            <p:nvPr/>
          </p:nvSpPr>
          <p:spPr>
            <a:xfrm>
              <a:off x="4232051" y="4928189"/>
              <a:ext cx="2461546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是否接收到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ACK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？</a:t>
              </a:r>
            </a:p>
          </p:txBody>
        </p: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90E7A618-E0BD-CD94-624A-F5A90A8428B6}"/>
                </a:ext>
              </a:extLst>
            </p:cNvPr>
            <p:cNvGrpSpPr/>
            <p:nvPr/>
          </p:nvGrpSpPr>
          <p:grpSpPr>
            <a:xfrm>
              <a:off x="4232051" y="1811585"/>
              <a:ext cx="2461546" cy="690538"/>
              <a:chOff x="4334019" y="1575364"/>
              <a:chExt cx="2461546" cy="690538"/>
            </a:xfrm>
            <a:solidFill>
              <a:srgbClr val="ECFDF5"/>
            </a:solidFill>
          </p:grpSpPr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5C2E3FE1-814F-09F1-8D46-A3C36BB6192F}"/>
                  </a:ext>
                </a:extLst>
              </p:cNvPr>
              <p:cNvSpPr/>
              <p:nvPr/>
            </p:nvSpPr>
            <p:spPr>
              <a:xfrm>
                <a:off x="4334019" y="1575364"/>
                <a:ext cx="2461546" cy="690538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/>
                  <p:nvPr/>
                </p:nvSpPr>
                <p:spPr>
                  <a:xfrm>
                    <a:off x="4496837" y="1756771"/>
                    <a:ext cx="2135911" cy="327722"/>
                  </a:xfrm>
                  <a:prstGeom prst="rect">
                    <a:avLst/>
                  </a:prstGeom>
                  <a:grp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随机数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</m:oMath>
                    </a14:m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减一</a:t>
                    </a:r>
                  </a:p>
                </p:txBody>
              </p:sp>
            </mc:Choice>
            <mc:Fallback xmlns="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837" y="1756771"/>
                    <a:ext cx="2135911" cy="32772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20370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2" name="直接箭头连接符 151">
              <a:extLst>
                <a:ext uri="{FF2B5EF4-FFF2-40B4-BE49-F238E27FC236}">
                  <a16:creationId xmlns:a16="http://schemas.microsoft.com/office/drawing/2014/main" id="{1DE760E3-80F4-0734-A0BC-9F6C1C1D68AA}"/>
                </a:ext>
              </a:extLst>
            </p:cNvPr>
            <p:cNvCxnSpPr>
              <a:cxnSpLocks/>
              <a:stCxn id="148" idx="2"/>
              <a:endCxn id="138" idx="0"/>
            </p:cNvCxnSpPr>
            <p:nvPr/>
          </p:nvCxnSpPr>
          <p:spPr>
            <a:xfrm>
              <a:off x="5462824" y="2502123"/>
              <a:ext cx="0" cy="2540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接箭头连接符 171">
              <a:extLst>
                <a:ext uri="{FF2B5EF4-FFF2-40B4-BE49-F238E27FC236}">
                  <a16:creationId xmlns:a16="http://schemas.microsoft.com/office/drawing/2014/main" id="{66257E67-5CF8-8B36-658C-7B2DCA817D0C}"/>
                </a:ext>
              </a:extLst>
            </p:cNvPr>
            <p:cNvCxnSpPr>
              <a:cxnSpLocks/>
              <a:stCxn id="145" idx="2"/>
              <a:endCxn id="208" idx="0"/>
            </p:cNvCxnSpPr>
            <p:nvPr/>
          </p:nvCxnSpPr>
          <p:spPr>
            <a:xfrm flipH="1">
              <a:off x="5458579" y="5599745"/>
              <a:ext cx="4246" cy="35510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接箭头连接符 173">
              <a:extLst>
                <a:ext uri="{FF2B5EF4-FFF2-40B4-BE49-F238E27FC236}">
                  <a16:creationId xmlns:a16="http://schemas.microsoft.com/office/drawing/2014/main" id="{EA425204-CD49-FAD0-8A03-5182B225D575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6998129" y="5090686"/>
              <a:ext cx="759141" cy="1364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直接箭头连接符 183">
              <a:extLst>
                <a:ext uri="{FF2B5EF4-FFF2-40B4-BE49-F238E27FC236}">
                  <a16:creationId xmlns:a16="http://schemas.microsoft.com/office/drawing/2014/main" id="{AFF29800-BAA3-2D68-74BB-2E34D3ADBCFE}"/>
                </a:ext>
              </a:extLst>
            </p:cNvPr>
            <p:cNvCxnSpPr>
              <a:stCxn id="59" idx="2"/>
              <a:endCxn id="145" idx="0"/>
            </p:cNvCxnSpPr>
            <p:nvPr/>
          </p:nvCxnSpPr>
          <p:spPr>
            <a:xfrm flipH="1">
              <a:off x="5462825" y="4396690"/>
              <a:ext cx="2109" cy="187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F238CA07-EE20-B274-9CCC-2487E0A8882C}"/>
                </a:ext>
              </a:extLst>
            </p:cNvPr>
            <p:cNvSpPr txBox="1"/>
            <p:nvPr/>
          </p:nvSpPr>
          <p:spPr>
            <a:xfrm>
              <a:off x="6881163" y="282707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188" name="文本框 187">
              <a:extLst>
                <a:ext uri="{FF2B5EF4-FFF2-40B4-BE49-F238E27FC236}">
                  <a16:creationId xmlns:a16="http://schemas.microsoft.com/office/drawing/2014/main" id="{D643235A-30B3-4A36-647B-B4932738206A}"/>
                </a:ext>
              </a:extLst>
            </p:cNvPr>
            <p:cNvSpPr txBox="1"/>
            <p:nvPr/>
          </p:nvSpPr>
          <p:spPr>
            <a:xfrm>
              <a:off x="5462823" y="3581622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89" name="文本框 188">
              <a:extLst>
                <a:ext uri="{FF2B5EF4-FFF2-40B4-BE49-F238E27FC236}">
                  <a16:creationId xmlns:a16="http://schemas.microsoft.com/office/drawing/2014/main" id="{F9D7C336-2B36-037D-A56E-BF8B32180ADB}"/>
                </a:ext>
              </a:extLst>
            </p:cNvPr>
            <p:cNvSpPr txBox="1"/>
            <p:nvPr/>
          </p:nvSpPr>
          <p:spPr>
            <a:xfrm>
              <a:off x="5462823" y="1466589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90" name="文本框 189">
              <a:extLst>
                <a:ext uri="{FF2B5EF4-FFF2-40B4-BE49-F238E27FC236}">
                  <a16:creationId xmlns:a16="http://schemas.microsoft.com/office/drawing/2014/main" id="{A55EC7A4-F28D-42CC-AB9D-E4B77238E520}"/>
                </a:ext>
              </a:extLst>
            </p:cNvPr>
            <p:cNvSpPr txBox="1"/>
            <p:nvPr/>
          </p:nvSpPr>
          <p:spPr>
            <a:xfrm>
              <a:off x="6881163" y="66385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208" name="流程图: 终止 207">
              <a:extLst>
                <a:ext uri="{FF2B5EF4-FFF2-40B4-BE49-F238E27FC236}">
                  <a16:creationId xmlns:a16="http://schemas.microsoft.com/office/drawing/2014/main" id="{54E9F143-8E2C-997A-7871-9A067D7C36FA}"/>
                </a:ext>
              </a:extLst>
            </p:cNvPr>
            <p:cNvSpPr/>
            <p:nvPr/>
          </p:nvSpPr>
          <p:spPr>
            <a:xfrm>
              <a:off x="4268027" y="5954847"/>
              <a:ext cx="2381104" cy="787681"/>
            </a:xfrm>
            <a:prstGeom prst="flowChartTerminator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2F3754FC-C540-2C55-E949-1F089EF2695F}"/>
                </a:ext>
              </a:extLst>
            </p:cNvPr>
            <p:cNvSpPr txBox="1"/>
            <p:nvPr/>
          </p:nvSpPr>
          <p:spPr>
            <a:xfrm>
              <a:off x="4038134" y="6237572"/>
              <a:ext cx="2840890" cy="222231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传输结束</a:t>
              </a:r>
              <a:endParaRPr lang="en-US" altLang="zh-CN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6776D8BC-D26D-269A-D6BF-7D6030CA5693}"/>
                </a:ext>
              </a:extLst>
            </p:cNvPr>
            <p:cNvCxnSpPr>
              <a:cxnSpLocks/>
              <a:stCxn id="22" idx="0"/>
              <a:endCxn id="2" idx="2"/>
            </p:cNvCxnSpPr>
            <p:nvPr/>
          </p:nvCxnSpPr>
          <p:spPr>
            <a:xfrm flipV="1">
              <a:off x="2030844" y="1539297"/>
              <a:ext cx="0" cy="141850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30ECA69D-1ADB-D004-83CD-0AB0821D9326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10826718" y="991580"/>
              <a:ext cx="1042334" cy="0"/>
            </a:xfrm>
            <a:prstGeom prst="line">
              <a:avLst/>
            </a:prstGeom>
            <a:ln w="2222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流程图: 终止 21">
              <a:extLst>
                <a:ext uri="{FF2B5EF4-FFF2-40B4-BE49-F238E27FC236}">
                  <a16:creationId xmlns:a16="http://schemas.microsoft.com/office/drawing/2014/main" id="{7CF13436-AD08-D1C6-167F-AF3BF9710B61}"/>
                </a:ext>
              </a:extLst>
            </p:cNvPr>
            <p:cNvSpPr/>
            <p:nvPr/>
          </p:nvSpPr>
          <p:spPr>
            <a:xfrm>
              <a:off x="527394" y="2957802"/>
              <a:ext cx="3006899" cy="787681"/>
            </a:xfrm>
            <a:prstGeom prst="flowChartTerminator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7D1599-0021-4CCD-F79B-F21DF6CAD45F}"/>
                    </a:ext>
                  </a:extLst>
                </p:cNvPr>
                <p:cNvSpPr txBox="1"/>
                <p:nvPr/>
              </p:nvSpPr>
              <p:spPr>
                <a:xfrm>
                  <a:off x="562619" y="3028477"/>
                  <a:ext cx="2840890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确定优先级和 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LBT 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参数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𝑚𝑖𝑛</m:t>
                          </m:r>
                        </m:sub>
                      </m:sSub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、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𝑚𝑎𝑥</m:t>
                          </m:r>
                        </m:sub>
                      </m:sSub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等</m:t>
                      </m:r>
                    </m:oMath>
                  </a14:m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7D1599-0021-4CCD-F79B-F21DF6CAD4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619" y="3028477"/>
                  <a:ext cx="2840890" cy="646331"/>
                </a:xfrm>
                <a:prstGeom prst="rect">
                  <a:avLst/>
                </a:prstGeom>
                <a:blipFill>
                  <a:blip r:embed="rId7"/>
                  <a:stretch>
                    <a:fillRect t="-6604" b="-141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E54FC1CE-A9F7-00EF-5631-5DBCBE356A26}"/>
                </a:ext>
              </a:extLst>
            </p:cNvPr>
            <p:cNvCxnSpPr>
              <a:cxnSpLocks/>
              <a:stCxn id="138" idx="3"/>
            </p:cNvCxnSpPr>
            <p:nvPr/>
          </p:nvCxnSpPr>
          <p:spPr>
            <a:xfrm>
              <a:off x="6530780" y="3150014"/>
              <a:ext cx="5338272" cy="0"/>
            </a:xfrm>
            <a:prstGeom prst="line">
              <a:avLst/>
            </a:prstGeom>
            <a:ln w="2222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60818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B76775E-8816-4A67-7EC9-49F01166F4F8}"/>
              </a:ext>
            </a:extLst>
          </p:cNvPr>
          <p:cNvGrpSpPr/>
          <p:nvPr/>
        </p:nvGrpSpPr>
        <p:grpSpPr>
          <a:xfrm>
            <a:off x="256032" y="424989"/>
            <a:ext cx="10474747" cy="3386570"/>
            <a:chOff x="256032" y="424989"/>
            <a:chExt cx="10474747" cy="338657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49466CFA-C8F0-14EF-535C-39367FC37735}"/>
                </a:ext>
              </a:extLst>
            </p:cNvPr>
            <p:cNvSpPr/>
            <p:nvPr/>
          </p:nvSpPr>
          <p:spPr>
            <a:xfrm>
              <a:off x="3282229" y="1428761"/>
              <a:ext cx="963930" cy="3693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packet1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12CD0FA-E786-7CF2-0277-D35B077B29DB}"/>
                </a:ext>
              </a:extLst>
            </p:cNvPr>
            <p:cNvSpPr/>
            <p:nvPr/>
          </p:nvSpPr>
          <p:spPr>
            <a:xfrm>
              <a:off x="9050569" y="1428761"/>
              <a:ext cx="963930" cy="369332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packet3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A8E55AE-C4C5-61C9-D3D2-C645CE43C251}"/>
                </a:ext>
              </a:extLst>
            </p:cNvPr>
            <p:cNvSpPr/>
            <p:nvPr/>
          </p:nvSpPr>
          <p:spPr>
            <a:xfrm>
              <a:off x="5620299" y="1428761"/>
              <a:ext cx="963930" cy="369332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packet2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C888AF54-3DC3-C8B7-225D-48555EC6400D}"/>
                </a:ext>
              </a:extLst>
            </p:cNvPr>
            <p:cNvSpPr/>
            <p:nvPr/>
          </p:nvSpPr>
          <p:spPr>
            <a:xfrm>
              <a:off x="3282229" y="3071497"/>
              <a:ext cx="963930" cy="369331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packet1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01678FF6-DC44-2523-C8BE-04F13D7F490E}"/>
                </a:ext>
              </a:extLst>
            </p:cNvPr>
            <p:cNvSpPr/>
            <p:nvPr/>
          </p:nvSpPr>
          <p:spPr>
            <a:xfrm>
              <a:off x="5246388" y="3071496"/>
              <a:ext cx="963930" cy="369332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packet3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9C1602D-85E9-B769-0C8D-ACF08845CBE5}"/>
                </a:ext>
              </a:extLst>
            </p:cNvPr>
            <p:cNvSpPr/>
            <p:nvPr/>
          </p:nvSpPr>
          <p:spPr>
            <a:xfrm>
              <a:off x="4267356" y="3071496"/>
              <a:ext cx="963930" cy="369332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packet2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3" name="直接箭头连接符 2">
              <a:extLst>
                <a:ext uri="{FF2B5EF4-FFF2-40B4-BE49-F238E27FC236}">
                  <a16:creationId xmlns:a16="http://schemas.microsoft.com/office/drawing/2014/main" id="{ED76A790-3312-AF98-E625-A11D0003B861}"/>
                </a:ext>
              </a:extLst>
            </p:cNvPr>
            <p:cNvCxnSpPr>
              <a:cxnSpLocks/>
            </p:cNvCxnSpPr>
            <p:nvPr/>
          </p:nvCxnSpPr>
          <p:spPr>
            <a:xfrm>
              <a:off x="2455459" y="1798093"/>
              <a:ext cx="827532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0C2CCB4A-48C5-346A-3A25-1E4CE39F7F58}"/>
                </a:ext>
              </a:extLst>
            </p:cNvPr>
            <p:cNvSpPr txBox="1"/>
            <p:nvPr/>
          </p:nvSpPr>
          <p:spPr>
            <a:xfrm>
              <a:off x="9930679" y="1798093"/>
              <a:ext cx="800100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时间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87FDF5-BC8E-E9DC-5FC1-59659EE8396E}"/>
                </a:ext>
              </a:extLst>
            </p:cNvPr>
            <p:cNvSpPr txBox="1"/>
            <p:nvPr/>
          </p:nvSpPr>
          <p:spPr>
            <a:xfrm>
              <a:off x="481494" y="2134221"/>
              <a:ext cx="2369820" cy="369332"/>
            </a:xfrm>
            <a:prstGeom prst="rect">
              <a:avLst/>
            </a:prstGeom>
            <a:solidFill>
              <a:srgbClr val="FFC6C6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应用连续传输机制后</a:t>
              </a: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BA4EBEDC-B16F-2CA6-69D5-646114E78692}"/>
                </a:ext>
              </a:extLst>
            </p:cNvPr>
            <p:cNvCxnSpPr>
              <a:cxnSpLocks/>
            </p:cNvCxnSpPr>
            <p:nvPr/>
          </p:nvCxnSpPr>
          <p:spPr>
            <a:xfrm>
              <a:off x="2455459" y="3442227"/>
              <a:ext cx="827532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B26EB5C3-F79F-D9FB-18DB-F0D7BC4A494B}"/>
                </a:ext>
              </a:extLst>
            </p:cNvPr>
            <p:cNvSpPr txBox="1"/>
            <p:nvPr/>
          </p:nvSpPr>
          <p:spPr>
            <a:xfrm>
              <a:off x="9930679" y="3442227"/>
              <a:ext cx="800100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时间</a:t>
              </a:r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CE672089-5FDA-2292-DCD3-78EF11C55FEE}"/>
                </a:ext>
              </a:extLst>
            </p:cNvPr>
            <p:cNvCxnSpPr>
              <a:cxnSpLocks/>
              <a:stCxn id="75" idx="0"/>
              <a:endCxn id="4" idx="0"/>
            </p:cNvCxnSpPr>
            <p:nvPr/>
          </p:nvCxnSpPr>
          <p:spPr>
            <a:xfrm rot="16200000" flipH="1">
              <a:off x="3167489" y="832056"/>
              <a:ext cx="207568" cy="985842"/>
            </a:xfrm>
            <a:prstGeom prst="curvedConnector3">
              <a:avLst>
                <a:gd name="adj1" fmla="val -91778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3">
              <a:extLst>
                <a:ext uri="{FF2B5EF4-FFF2-40B4-BE49-F238E27FC236}">
                  <a16:creationId xmlns:a16="http://schemas.microsoft.com/office/drawing/2014/main" id="{FB263111-7A71-DE6A-067B-F77A1F858C19}"/>
                </a:ext>
              </a:extLst>
            </p:cNvPr>
            <p:cNvCxnSpPr>
              <a:cxnSpLocks/>
              <a:stCxn id="72" idx="0"/>
              <a:endCxn id="8" idx="0"/>
            </p:cNvCxnSpPr>
            <p:nvPr/>
          </p:nvCxnSpPr>
          <p:spPr>
            <a:xfrm rot="16200000" flipH="1">
              <a:off x="5728766" y="-2375007"/>
              <a:ext cx="207568" cy="7399968"/>
            </a:xfrm>
            <a:prstGeom prst="curvedConnector3">
              <a:avLst>
                <a:gd name="adj1" fmla="val -260648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7A7DAEB8-D8E9-CBB5-FF48-F3556E0A05A8}"/>
                </a:ext>
              </a:extLst>
            </p:cNvPr>
            <p:cNvCxnSpPr>
              <a:cxnSpLocks/>
              <a:stCxn id="74" idx="0"/>
              <a:endCxn id="9" idx="0"/>
            </p:cNvCxnSpPr>
            <p:nvPr/>
          </p:nvCxnSpPr>
          <p:spPr>
            <a:xfrm rot="16200000" flipH="1">
              <a:off x="4175077" y="-498425"/>
              <a:ext cx="207568" cy="3646805"/>
            </a:xfrm>
            <a:prstGeom prst="curvedConnector3">
              <a:avLst>
                <a:gd name="adj1" fmla="val -183556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4BD7258C-D88C-C9B9-0964-4B58173C6A24}"/>
                </a:ext>
              </a:extLst>
            </p:cNvPr>
            <p:cNvCxnSpPr>
              <a:cxnSpLocks/>
              <a:stCxn id="92" idx="0"/>
              <a:endCxn id="29" idx="0"/>
            </p:cNvCxnSpPr>
            <p:nvPr/>
          </p:nvCxnSpPr>
          <p:spPr>
            <a:xfrm rot="16200000" flipH="1">
              <a:off x="3178181" y="2485484"/>
              <a:ext cx="186184" cy="985842"/>
            </a:xfrm>
            <a:prstGeom prst="curvedConnector3">
              <a:avLst>
                <a:gd name="adj1" fmla="val -114596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89A5406E-B98A-E04B-0D00-33DDF24A9075}"/>
                </a:ext>
              </a:extLst>
            </p:cNvPr>
            <p:cNvCxnSpPr>
              <a:cxnSpLocks/>
              <a:stCxn id="91" idx="0"/>
              <a:endCxn id="31" idx="0"/>
            </p:cNvCxnSpPr>
            <p:nvPr/>
          </p:nvCxnSpPr>
          <p:spPr>
            <a:xfrm rot="16200000" flipH="1">
              <a:off x="3509298" y="1831473"/>
              <a:ext cx="186183" cy="2293862"/>
            </a:xfrm>
            <a:prstGeom prst="curvedConnector3">
              <a:avLst>
                <a:gd name="adj1" fmla="val -159617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1694DDB6-DF38-74CB-9C4D-BEB0368322E7}"/>
                </a:ext>
              </a:extLst>
            </p:cNvPr>
            <p:cNvCxnSpPr>
              <a:cxnSpLocks/>
              <a:stCxn id="90" idx="0"/>
              <a:endCxn id="30" idx="0"/>
            </p:cNvCxnSpPr>
            <p:nvPr/>
          </p:nvCxnSpPr>
          <p:spPr>
            <a:xfrm rot="16200000" flipH="1">
              <a:off x="3837367" y="1180511"/>
              <a:ext cx="186183" cy="3595787"/>
            </a:xfrm>
            <a:prstGeom prst="curvedConnector3">
              <a:avLst>
                <a:gd name="adj1" fmla="val -196451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9BAAD1A-60A9-A365-52EE-2C9255BF2A01}"/>
                </a:ext>
              </a:extLst>
            </p:cNvPr>
            <p:cNvSpPr txBox="1"/>
            <p:nvPr/>
          </p:nvSpPr>
          <p:spPr>
            <a:xfrm>
              <a:off x="481494" y="424989"/>
              <a:ext cx="2369820" cy="369332"/>
            </a:xfrm>
            <a:prstGeom prst="rect">
              <a:avLst/>
            </a:prstGeom>
            <a:solidFill>
              <a:srgbClr val="DEEBF7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传统随机接入机制</a:t>
              </a:r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35C8D724-4DDC-8C2D-49DA-29588656C354}"/>
                </a:ext>
              </a:extLst>
            </p:cNvPr>
            <p:cNvGrpSpPr/>
            <p:nvPr/>
          </p:nvGrpSpPr>
          <p:grpSpPr>
            <a:xfrm>
              <a:off x="256032" y="1144096"/>
              <a:ext cx="2718816" cy="579120"/>
              <a:chOff x="256032" y="4328160"/>
              <a:chExt cx="2718816" cy="57912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0953BE78-5B73-B76C-06F7-A9C8FDEFA1BB}"/>
                  </a:ext>
                </a:extLst>
              </p:cNvPr>
              <p:cNvGrpSpPr/>
              <p:nvPr/>
            </p:nvGrpSpPr>
            <p:grpSpPr>
              <a:xfrm>
                <a:off x="2004550" y="4405257"/>
                <a:ext cx="901818" cy="421582"/>
                <a:chOff x="2627376" y="4370725"/>
                <a:chExt cx="901818" cy="421582"/>
              </a:xfrm>
            </p:grpSpPr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BB7F5FE-E83B-C7CA-17F3-A454C86CC732}"/>
                    </a:ext>
                  </a:extLst>
                </p:cNvPr>
                <p:cNvSpPr/>
                <p:nvPr/>
              </p:nvSpPr>
              <p:spPr>
                <a:xfrm>
                  <a:off x="2627376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018F82A5-958C-9CEA-EC30-845013297CBD}"/>
                    </a:ext>
                  </a:extLst>
                </p:cNvPr>
                <p:cNvSpPr/>
                <p:nvPr/>
              </p:nvSpPr>
              <p:spPr>
                <a:xfrm>
                  <a:off x="2950269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9978708F-72D2-C894-BDC5-EB50909F0B3B}"/>
                    </a:ext>
                  </a:extLst>
                </p:cNvPr>
                <p:cNvSpPr/>
                <p:nvPr/>
              </p:nvSpPr>
              <p:spPr>
                <a:xfrm>
                  <a:off x="3273162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79A8ACC0-1C86-2AC0-A131-C177277C9C30}"/>
                  </a:ext>
                </a:extLst>
              </p:cNvPr>
              <p:cNvCxnSpPr/>
              <p:nvPr/>
            </p:nvCxnSpPr>
            <p:spPr>
              <a:xfrm>
                <a:off x="256032" y="432816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7E2232ED-6E26-3BC5-E597-578AF5CD04ED}"/>
                  </a:ext>
                </a:extLst>
              </p:cNvPr>
              <p:cNvCxnSpPr/>
              <p:nvPr/>
            </p:nvCxnSpPr>
            <p:spPr>
              <a:xfrm>
                <a:off x="256032" y="490728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F28A62B2-D4F4-ED8B-BE2F-123E3DDECDEA}"/>
                  </a:ext>
                </a:extLst>
              </p:cNvPr>
              <p:cNvSpPr txBox="1"/>
              <p:nvPr/>
            </p:nvSpPr>
            <p:spPr>
              <a:xfrm>
                <a:off x="287838" y="4433059"/>
                <a:ext cx="1139952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0" cap="none" spc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宋体" panose="02010600030101010101" pitchFamily="2" charset="-122"/>
                    <a:ea typeface="宋体" panose="02010600030101010101" pitchFamily="2" charset="-122"/>
                  </a:rPr>
                  <a:t>数据队列</a:t>
                </a:r>
              </a:p>
            </p:txBody>
          </p:sp>
        </p:grp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0D2A7A03-EFFB-BE7B-B607-A0DEA7DAB629}"/>
                </a:ext>
              </a:extLst>
            </p:cNvPr>
            <p:cNvGrpSpPr/>
            <p:nvPr/>
          </p:nvGrpSpPr>
          <p:grpSpPr>
            <a:xfrm>
              <a:off x="256032" y="2808216"/>
              <a:ext cx="2718816" cy="579120"/>
              <a:chOff x="256032" y="4328160"/>
              <a:chExt cx="2718816" cy="579120"/>
            </a:xfrm>
          </p:grpSpPr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2E62753C-D3CD-32F6-A61A-4E1DBAA87C14}"/>
                  </a:ext>
                </a:extLst>
              </p:cNvPr>
              <p:cNvGrpSpPr/>
              <p:nvPr/>
            </p:nvGrpSpPr>
            <p:grpSpPr>
              <a:xfrm>
                <a:off x="2004550" y="4405257"/>
                <a:ext cx="901818" cy="421582"/>
                <a:chOff x="2627376" y="4370725"/>
                <a:chExt cx="901818" cy="421582"/>
              </a:xfrm>
            </p:grpSpPr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9600834-8E62-BC5B-C3B9-31534167BE2D}"/>
                    </a:ext>
                  </a:extLst>
                </p:cNvPr>
                <p:cNvSpPr/>
                <p:nvPr/>
              </p:nvSpPr>
              <p:spPr>
                <a:xfrm>
                  <a:off x="2627376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1" name="矩形 90">
                  <a:extLst>
                    <a:ext uri="{FF2B5EF4-FFF2-40B4-BE49-F238E27FC236}">
                      <a16:creationId xmlns:a16="http://schemas.microsoft.com/office/drawing/2014/main" id="{FEE0903C-4565-4D44-FF86-91E07963B9F3}"/>
                    </a:ext>
                  </a:extLst>
                </p:cNvPr>
                <p:cNvSpPr/>
                <p:nvPr/>
              </p:nvSpPr>
              <p:spPr>
                <a:xfrm>
                  <a:off x="2950269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2" name="矩形 91">
                  <a:extLst>
                    <a:ext uri="{FF2B5EF4-FFF2-40B4-BE49-F238E27FC236}">
                      <a16:creationId xmlns:a16="http://schemas.microsoft.com/office/drawing/2014/main" id="{2A544E07-0065-B670-88D7-F141B4256B65}"/>
                    </a:ext>
                  </a:extLst>
                </p:cNvPr>
                <p:cNvSpPr/>
                <p:nvPr/>
              </p:nvSpPr>
              <p:spPr>
                <a:xfrm>
                  <a:off x="3273162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A4619430-A3D7-D8E7-2FD4-2A10536FE621}"/>
                  </a:ext>
                </a:extLst>
              </p:cNvPr>
              <p:cNvCxnSpPr/>
              <p:nvPr/>
            </p:nvCxnSpPr>
            <p:spPr>
              <a:xfrm>
                <a:off x="256032" y="432816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A4264FAF-E462-BA65-A4E9-CAB6E9E22911}"/>
                  </a:ext>
                </a:extLst>
              </p:cNvPr>
              <p:cNvCxnSpPr/>
              <p:nvPr/>
            </p:nvCxnSpPr>
            <p:spPr>
              <a:xfrm>
                <a:off x="256032" y="490728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9" name="文本框 88">
                <a:extLst>
                  <a:ext uri="{FF2B5EF4-FFF2-40B4-BE49-F238E27FC236}">
                    <a16:creationId xmlns:a16="http://schemas.microsoft.com/office/drawing/2014/main" id="{DAE27B3B-2C18-C340-F9C5-03212E8913D9}"/>
                  </a:ext>
                </a:extLst>
              </p:cNvPr>
              <p:cNvSpPr txBox="1"/>
              <p:nvPr/>
            </p:nvSpPr>
            <p:spPr>
              <a:xfrm>
                <a:off x="287838" y="4433059"/>
                <a:ext cx="1139952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0" cap="none" spc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宋体" panose="02010600030101010101" pitchFamily="2" charset="-122"/>
                    <a:ea typeface="宋体" panose="02010600030101010101" pitchFamily="2" charset="-122"/>
                  </a:rPr>
                  <a:t>数据队列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004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95580BB-FA09-0541-0B1F-A43538702F17}"/>
              </a:ext>
            </a:extLst>
          </p:cNvPr>
          <p:cNvGrpSpPr/>
          <p:nvPr/>
        </p:nvGrpSpPr>
        <p:grpSpPr>
          <a:xfrm>
            <a:off x="342900" y="899160"/>
            <a:ext cx="8168640" cy="4716780"/>
            <a:chOff x="2011680" y="784860"/>
            <a:chExt cx="8168640" cy="471678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C7DF21F8-C37C-B11F-F577-44A9505A6E34}"/>
                </a:ext>
              </a:extLst>
            </p:cNvPr>
            <p:cNvSpPr/>
            <p:nvPr/>
          </p:nvSpPr>
          <p:spPr>
            <a:xfrm>
              <a:off x="2011680" y="784860"/>
              <a:ext cx="8168640" cy="471678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0A01C38D-0FAE-007B-E39C-7E698541E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53050" y="2400300"/>
              <a:ext cx="1485900" cy="1485900"/>
            </a:xfrm>
            <a:prstGeom prst="rect">
              <a:avLst/>
            </a:prstGeom>
          </p:spPr>
        </p:pic>
        <p:pic>
          <p:nvPicPr>
            <p:cNvPr id="13" name="图形 12">
              <a:extLst>
                <a:ext uri="{FF2B5EF4-FFF2-40B4-BE49-F238E27FC236}">
                  <a16:creationId xmlns:a16="http://schemas.microsoft.com/office/drawing/2014/main" id="{27F2FAE9-BD32-1E8F-296A-0A1251D26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54780" y="4135755"/>
              <a:ext cx="662940" cy="662940"/>
            </a:xfrm>
            <a:prstGeom prst="rect">
              <a:avLst/>
            </a:prstGeom>
          </p:spPr>
        </p:pic>
        <p:pic>
          <p:nvPicPr>
            <p:cNvPr id="15" name="图形 14">
              <a:extLst>
                <a:ext uri="{FF2B5EF4-FFF2-40B4-BE49-F238E27FC236}">
                  <a16:creationId xmlns:a16="http://schemas.microsoft.com/office/drawing/2014/main" id="{C84C07CE-A758-686B-4BC5-DCCEAE548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42812" y="4467225"/>
              <a:ext cx="662940" cy="662940"/>
            </a:xfrm>
            <a:prstGeom prst="rect">
              <a:avLst/>
            </a:prstGeom>
          </p:spPr>
        </p:pic>
        <p:pic>
          <p:nvPicPr>
            <p:cNvPr id="16" name="图形 15">
              <a:extLst>
                <a:ext uri="{FF2B5EF4-FFF2-40B4-BE49-F238E27FC236}">
                  <a16:creationId xmlns:a16="http://schemas.microsoft.com/office/drawing/2014/main" id="{B4B05233-1992-179B-AB8C-647C9DE00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793355" y="1472563"/>
              <a:ext cx="662940" cy="662940"/>
            </a:xfrm>
            <a:prstGeom prst="rect">
              <a:avLst/>
            </a:prstGeom>
          </p:spPr>
        </p:pic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66EF0545-420C-A521-EEB8-BAB088441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57651" y="1432560"/>
              <a:ext cx="662940" cy="662940"/>
            </a:xfrm>
            <a:prstGeom prst="rect">
              <a:avLst/>
            </a:prstGeom>
          </p:spPr>
        </p:pic>
        <p:pic>
          <p:nvPicPr>
            <p:cNvPr id="18" name="图形 17">
              <a:extLst>
                <a:ext uri="{FF2B5EF4-FFF2-40B4-BE49-F238E27FC236}">
                  <a16:creationId xmlns:a16="http://schemas.microsoft.com/office/drawing/2014/main" id="{CBE3F83D-71C6-1C10-7116-8D27D47E9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124825" y="3421380"/>
              <a:ext cx="662940" cy="662940"/>
            </a:xfrm>
            <a:prstGeom prst="rect">
              <a:avLst/>
            </a:prstGeom>
          </p:spPr>
        </p:pic>
        <p:pic>
          <p:nvPicPr>
            <p:cNvPr id="19" name="图形 18">
              <a:extLst>
                <a:ext uri="{FF2B5EF4-FFF2-40B4-BE49-F238E27FC236}">
                  <a16:creationId xmlns:a16="http://schemas.microsoft.com/office/drawing/2014/main" id="{CF595702-B2B8-3C8C-031D-07869FD20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177540" y="2967990"/>
              <a:ext cx="662940" cy="662940"/>
            </a:xfrm>
            <a:prstGeom prst="rect">
              <a:avLst/>
            </a:prstGeom>
          </p:spPr>
        </p:pic>
        <p:cxnSp>
          <p:nvCxnSpPr>
            <p:cNvPr id="23" name="连接符: 肘形 22">
              <a:extLst>
                <a:ext uri="{FF2B5EF4-FFF2-40B4-BE49-F238E27FC236}">
                  <a16:creationId xmlns:a16="http://schemas.microsoft.com/office/drawing/2014/main" id="{18482E6C-6C91-DA86-AB92-E254A4FF4101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4720591" y="1764030"/>
              <a:ext cx="742949" cy="790575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2">
              <a:extLst>
                <a:ext uri="{FF2B5EF4-FFF2-40B4-BE49-F238E27FC236}">
                  <a16:creationId xmlns:a16="http://schemas.microsoft.com/office/drawing/2014/main" id="{EE6E7069-84F1-2AA7-0C4D-222593D06B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9060" y="2802255"/>
              <a:ext cx="1554480" cy="61912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连接符: 肘形 22">
              <a:extLst>
                <a:ext uri="{FF2B5EF4-FFF2-40B4-BE49-F238E27FC236}">
                  <a16:creationId xmlns:a16="http://schemas.microsoft.com/office/drawing/2014/main" id="{E9240BDF-0652-C88B-B4D2-8BF0EA7EA1CC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rot="10800000" flipV="1">
              <a:off x="6728461" y="1804032"/>
              <a:ext cx="1064894" cy="59626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连接符: 肘形 22">
              <a:extLst>
                <a:ext uri="{FF2B5EF4-FFF2-40B4-BE49-F238E27FC236}">
                  <a16:creationId xmlns:a16="http://schemas.microsoft.com/office/drawing/2014/main" id="{2BCD9B67-4691-22EF-6B4E-A162BC9BA6D3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rot="16200000" flipV="1">
              <a:off x="7258050" y="2223135"/>
              <a:ext cx="689610" cy="1706880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连接符: 肘形 22">
              <a:extLst>
                <a:ext uri="{FF2B5EF4-FFF2-40B4-BE49-F238E27FC236}">
                  <a16:creationId xmlns:a16="http://schemas.microsoft.com/office/drawing/2014/main" id="{BF8CE10C-35B7-3113-FFFC-489B67EF4382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553200" y="3270884"/>
              <a:ext cx="1335406" cy="76390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连接符: 肘形 22">
              <a:extLst>
                <a:ext uri="{FF2B5EF4-FFF2-40B4-BE49-F238E27FC236}">
                  <a16:creationId xmlns:a16="http://schemas.microsoft.com/office/drawing/2014/main" id="{36B05C30-9AFE-5136-2616-A1E703027DF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471510" y="3120866"/>
              <a:ext cx="993458" cy="990601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CC0D61C1-80ED-CF68-A7AD-EC165307E640}"/>
              </a:ext>
            </a:extLst>
          </p:cNvPr>
          <p:cNvGrpSpPr/>
          <p:nvPr/>
        </p:nvGrpSpPr>
        <p:grpSpPr>
          <a:xfrm>
            <a:off x="8839200" y="2777490"/>
            <a:ext cx="2381251" cy="2838450"/>
            <a:chOff x="8081010" y="3780471"/>
            <a:chExt cx="2453640" cy="2838450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51B0086-0777-963A-D74F-74FDE4503FFA}"/>
                </a:ext>
              </a:extLst>
            </p:cNvPr>
            <p:cNvSpPr/>
            <p:nvPr/>
          </p:nvSpPr>
          <p:spPr>
            <a:xfrm>
              <a:off x="8081010" y="3780471"/>
              <a:ext cx="2453640" cy="283845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31668729-D6DA-7E7A-CBE7-F21325980BFF}"/>
                </a:ext>
              </a:extLst>
            </p:cNvPr>
            <p:cNvGrpSpPr/>
            <p:nvPr/>
          </p:nvGrpSpPr>
          <p:grpSpPr>
            <a:xfrm>
              <a:off x="8271510" y="4012435"/>
              <a:ext cx="2072641" cy="2374523"/>
              <a:chOff x="9258299" y="3128010"/>
              <a:chExt cx="2072641" cy="2374523"/>
            </a:xfrm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B474968-0E19-448E-8BB5-59E6CE71FCEB}"/>
                  </a:ext>
                </a:extLst>
              </p:cNvPr>
              <p:cNvGrpSpPr/>
              <p:nvPr/>
            </p:nvGrpSpPr>
            <p:grpSpPr>
              <a:xfrm>
                <a:off x="9258299" y="3851345"/>
                <a:ext cx="2072641" cy="781050"/>
                <a:chOff x="9258299" y="3767136"/>
                <a:chExt cx="2072641" cy="781050"/>
              </a:xfrm>
            </p:grpSpPr>
            <p:pic>
              <p:nvPicPr>
                <p:cNvPr id="48" name="图形 47">
                  <a:extLst>
                    <a:ext uri="{FF2B5EF4-FFF2-40B4-BE49-F238E27FC236}">
                      <a16:creationId xmlns:a16="http://schemas.microsoft.com/office/drawing/2014/main" id="{D3C72EE0-CE0A-2F4B-2F4F-806531E502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8299" y="3767136"/>
                  <a:ext cx="781050" cy="781050"/>
                </a:xfrm>
                <a:prstGeom prst="rect">
                  <a:avLst/>
                </a:prstGeom>
              </p:spPr>
            </p:pic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8BF5B677-6CF4-2ED8-9773-4DF5AC5EBC71}"/>
                    </a:ext>
                  </a:extLst>
                </p:cNvPr>
                <p:cNvSpPr txBox="1"/>
                <p:nvPr/>
              </p:nvSpPr>
              <p:spPr>
                <a:xfrm>
                  <a:off x="10195560" y="3972995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基站</a:t>
                  </a:r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EA912B24-633E-56FA-4D8C-558E9EE2108E}"/>
                  </a:ext>
                </a:extLst>
              </p:cNvPr>
              <p:cNvGrpSpPr/>
              <p:nvPr/>
            </p:nvGrpSpPr>
            <p:grpSpPr>
              <a:xfrm>
                <a:off x="9390756" y="4986397"/>
                <a:ext cx="1940184" cy="516136"/>
                <a:chOff x="9390756" y="4986397"/>
                <a:chExt cx="1940184" cy="516136"/>
              </a:xfrm>
            </p:grpSpPr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9214415-525E-9F29-C38A-E89EA28D467B}"/>
                    </a:ext>
                  </a:extLst>
                </p:cNvPr>
                <p:cNvSpPr txBox="1"/>
                <p:nvPr/>
              </p:nvSpPr>
              <p:spPr>
                <a:xfrm>
                  <a:off x="10195560" y="5059799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节点</a:t>
                  </a:r>
                </a:p>
              </p:txBody>
            </p:sp>
            <p:pic>
              <p:nvPicPr>
                <p:cNvPr id="54" name="图形 53">
                  <a:extLst>
                    <a:ext uri="{FF2B5EF4-FFF2-40B4-BE49-F238E27FC236}">
                      <a16:creationId xmlns:a16="http://schemas.microsoft.com/office/drawing/2014/main" id="{3B965793-E0FF-D3D9-234F-913FF30E94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90756" y="4986397"/>
                  <a:ext cx="516136" cy="51613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2BB8EC3A-5C90-5475-07CF-F4089101005C}"/>
                  </a:ext>
                </a:extLst>
              </p:cNvPr>
              <p:cNvGrpSpPr/>
              <p:nvPr/>
            </p:nvGrpSpPr>
            <p:grpSpPr>
              <a:xfrm>
                <a:off x="9258299" y="3128010"/>
                <a:ext cx="2072641" cy="369332"/>
                <a:chOff x="9258299" y="3128010"/>
                <a:chExt cx="2072641" cy="369332"/>
              </a:xfrm>
            </p:grpSpPr>
            <p:cxnSp>
              <p:nvCxnSpPr>
                <p:cNvPr id="57" name="连接符: 肘形 22">
                  <a:extLst>
                    <a:ext uri="{FF2B5EF4-FFF2-40B4-BE49-F238E27FC236}">
                      <a16:creationId xmlns:a16="http://schemas.microsoft.com/office/drawing/2014/main" id="{4B4DC991-F1CB-0238-B6E3-C862F2F3F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58299" y="3312676"/>
                  <a:ext cx="716281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733F6827-3840-8F12-C81D-5E20C0A60A8D}"/>
                    </a:ext>
                  </a:extLst>
                </p:cNvPr>
                <p:cNvSpPr txBox="1"/>
                <p:nvPr/>
              </p:nvSpPr>
              <p:spPr>
                <a:xfrm>
                  <a:off x="10195560" y="3128010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通信链路</a:t>
                  </a:r>
                </a:p>
              </p:txBody>
            </p:sp>
          </p:grpSp>
        </p:grpSp>
      </p:grpSp>
      <p:pic>
        <p:nvPicPr>
          <p:cNvPr id="4" name="图形 3" descr="信号塔">
            <a:extLst>
              <a:ext uri="{FF2B5EF4-FFF2-40B4-BE49-F238E27FC236}">
                <a16:creationId xmlns:a16="http://schemas.microsoft.com/office/drawing/2014/main" id="{A9A12CD3-0D4E-E04E-4ED4-BBD1513E4C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98241" y="620913"/>
            <a:ext cx="2009775" cy="2009775"/>
          </a:xfrm>
          <a:prstGeom prst="rect">
            <a:avLst/>
          </a:prstGeom>
          <a:scene3d>
            <a:camera prst="orthographicFront"/>
            <a:lightRig rig="balanced" dir="t"/>
          </a:scene3d>
          <a:sp3d prstMaterial="plastic">
            <a:bevelT prst="relaxedInset"/>
            <a:bevelB prst="relaxedInset"/>
          </a:sp3d>
        </p:spPr>
      </p:pic>
    </p:spTree>
    <p:extLst>
      <p:ext uri="{BB962C8B-B14F-4D97-AF65-F5344CB8AC3E}">
        <p14:creationId xmlns:p14="http://schemas.microsoft.com/office/powerpoint/2010/main" val="185415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图形 5">
            <a:extLst>
              <a:ext uri="{FF2B5EF4-FFF2-40B4-BE49-F238E27FC236}">
                <a16:creationId xmlns:a16="http://schemas.microsoft.com/office/drawing/2014/main" id="{49B539F2-C8D7-85CC-3CA7-D1DC19AA0CB1}"/>
              </a:ext>
            </a:extLst>
          </p:cNvPr>
          <p:cNvGrpSpPr/>
          <p:nvPr/>
        </p:nvGrpSpPr>
        <p:grpSpPr>
          <a:xfrm>
            <a:off x="762536" y="1031226"/>
            <a:ext cx="525720" cy="4834621"/>
            <a:chOff x="1570256" y="810246"/>
            <a:chExt cx="525720" cy="4834621"/>
          </a:xfrm>
          <a:solidFill>
            <a:srgbClr val="1BA1E2"/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46CCBCB-4E6B-F80F-0E65-0218F9DAFB1A}"/>
                </a:ext>
              </a:extLst>
            </p:cNvPr>
            <p:cNvSpPr/>
            <p:nvPr/>
          </p:nvSpPr>
          <p:spPr>
            <a:xfrm>
              <a:off x="1570256" y="810246"/>
              <a:ext cx="525720" cy="4834621"/>
            </a:xfrm>
            <a:prstGeom prst="rect">
              <a:avLst/>
            </a:prstGeom>
            <a:solidFill>
              <a:srgbClr val="1BA1E2"/>
            </a:solidFill>
            <a:ln w="8951" cap="flat">
              <a:solidFill>
                <a:srgbClr val="006EAF"/>
              </a:solidFill>
              <a:prstDash val="solid"/>
              <a:miter/>
            </a:ln>
          </p:spPr>
        </p:sp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D96DD0F3-6C96-8FAB-FAEA-5D81E66FF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4733" y="1423527"/>
              <a:ext cx="510321" cy="3639395"/>
            </a:xfrm>
            <a:custGeom>
              <a:avLst/>
              <a:gdLst>
                <a:gd name="csX0" fmla="*/ 0 w 510321"/>
                <a:gd name="csY0" fmla="*/ 0 h 3639395"/>
                <a:gd name="csX1" fmla="*/ 510321 w 510321"/>
                <a:gd name="csY1" fmla="*/ 0 h 3639395"/>
                <a:gd name="csX2" fmla="*/ 510321 w 510321"/>
                <a:gd name="csY2" fmla="*/ 3639396 h 3639395"/>
                <a:gd name="csX3" fmla="*/ 0 w 510321"/>
                <a:gd name="csY3" fmla="*/ 3639396 h 3639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10321" h="3639395">
                  <a:moveTo>
                    <a:pt x="0" y="0"/>
                  </a:moveTo>
                  <a:lnTo>
                    <a:pt x="510321" y="0"/>
                  </a:lnTo>
                  <a:lnTo>
                    <a:pt x="510321" y="3639396"/>
                  </a:lnTo>
                  <a:lnTo>
                    <a:pt x="0" y="3639396"/>
                  </a:lnTo>
                  <a:close/>
                </a:path>
              </a:pathLst>
            </a:custGeom>
          </p:spPr>
        </p:pic>
      </p:grpSp>
      <p:grpSp>
        <p:nvGrpSpPr>
          <p:cNvPr id="11" name="图形 5">
            <a:extLst>
              <a:ext uri="{FF2B5EF4-FFF2-40B4-BE49-F238E27FC236}">
                <a16:creationId xmlns:a16="http://schemas.microsoft.com/office/drawing/2014/main" id="{1FCF0492-5BA4-B4E3-76BB-3B5177AE67E5}"/>
              </a:ext>
            </a:extLst>
          </p:cNvPr>
          <p:cNvGrpSpPr/>
          <p:nvPr/>
        </p:nvGrpSpPr>
        <p:grpSpPr>
          <a:xfrm>
            <a:off x="2024283" y="494046"/>
            <a:ext cx="2944105" cy="358120"/>
            <a:chOff x="2832003" y="273066"/>
            <a:chExt cx="2944105" cy="358120"/>
          </a:xfrm>
          <a:solidFill>
            <a:srgbClr val="DAE8FC"/>
          </a:solidFill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C8BE102D-05FF-6B80-6912-FE0F4C2D5681}"/>
                </a:ext>
              </a:extLst>
            </p:cNvPr>
            <p:cNvSpPr/>
            <p:nvPr/>
          </p:nvSpPr>
          <p:spPr>
            <a:xfrm>
              <a:off x="2832003" y="27306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0AC64F46-4B5E-6C00-EEC3-98DBB99CD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37106" y="37602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4" name="图形 5">
            <a:extLst>
              <a:ext uri="{FF2B5EF4-FFF2-40B4-BE49-F238E27FC236}">
                <a16:creationId xmlns:a16="http://schemas.microsoft.com/office/drawing/2014/main" id="{A9F07226-9198-0580-E24E-0224783462AD}"/>
              </a:ext>
            </a:extLst>
          </p:cNvPr>
          <p:cNvGrpSpPr/>
          <p:nvPr/>
        </p:nvGrpSpPr>
        <p:grpSpPr>
          <a:xfrm>
            <a:off x="2024283" y="1568406"/>
            <a:ext cx="2944105" cy="358120"/>
            <a:chOff x="2832003" y="1347426"/>
            <a:chExt cx="2944105" cy="358120"/>
          </a:xfrm>
          <a:solidFill>
            <a:srgbClr val="DAE8FC"/>
          </a:solidFill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E6947C8-8BAB-AFDB-399D-A0D9F72A90C0}"/>
                </a:ext>
              </a:extLst>
            </p:cNvPr>
            <p:cNvSpPr/>
            <p:nvPr/>
          </p:nvSpPr>
          <p:spPr>
            <a:xfrm>
              <a:off x="2832003" y="134742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B9868DE1-1790-E780-5DF1-405102B9B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37106" y="145038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7" name="图形 5">
            <a:extLst>
              <a:ext uri="{FF2B5EF4-FFF2-40B4-BE49-F238E27FC236}">
                <a16:creationId xmlns:a16="http://schemas.microsoft.com/office/drawing/2014/main" id="{23F1E066-F99C-B5FA-6747-A84BF29DB5E9}"/>
              </a:ext>
            </a:extLst>
          </p:cNvPr>
          <p:cNvGrpSpPr/>
          <p:nvPr/>
        </p:nvGrpSpPr>
        <p:grpSpPr>
          <a:xfrm>
            <a:off x="2024283" y="2642767"/>
            <a:ext cx="2944105" cy="358120"/>
            <a:chOff x="2832003" y="2421787"/>
            <a:chExt cx="2944105" cy="358120"/>
          </a:xfrm>
          <a:solidFill>
            <a:srgbClr val="DAE8FC"/>
          </a:solidFill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0CA3C7A-88C0-B1C8-44DE-EB8A7DD9508A}"/>
                </a:ext>
              </a:extLst>
            </p:cNvPr>
            <p:cNvSpPr/>
            <p:nvPr/>
          </p:nvSpPr>
          <p:spPr>
            <a:xfrm>
              <a:off x="2832003" y="242178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AA9DBC3A-4883-F1F8-6370-BDFDE7482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37106" y="252474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0" name="图形 5">
            <a:extLst>
              <a:ext uri="{FF2B5EF4-FFF2-40B4-BE49-F238E27FC236}">
                <a16:creationId xmlns:a16="http://schemas.microsoft.com/office/drawing/2014/main" id="{C3DE541D-DE6C-6693-2507-4FC5BA34481C}"/>
              </a:ext>
            </a:extLst>
          </p:cNvPr>
          <p:cNvGrpSpPr/>
          <p:nvPr/>
        </p:nvGrpSpPr>
        <p:grpSpPr>
          <a:xfrm>
            <a:off x="2024283" y="3717127"/>
            <a:ext cx="2944105" cy="358120"/>
            <a:chOff x="2832003" y="3496147"/>
            <a:chExt cx="2944105" cy="358120"/>
          </a:xfrm>
          <a:solidFill>
            <a:srgbClr val="DAE8FC"/>
          </a:solidFill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69AADD5E-1D9B-C3FB-BE30-AD59B437A168}"/>
                </a:ext>
              </a:extLst>
            </p:cNvPr>
            <p:cNvSpPr/>
            <p:nvPr/>
          </p:nvSpPr>
          <p:spPr>
            <a:xfrm>
              <a:off x="2832003" y="349614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B9786E20-14B0-D520-BCB8-F9A460CD1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37106" y="359910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3" name="图形 5">
            <a:extLst>
              <a:ext uri="{FF2B5EF4-FFF2-40B4-BE49-F238E27FC236}">
                <a16:creationId xmlns:a16="http://schemas.microsoft.com/office/drawing/2014/main" id="{6709E097-E0D0-2FB7-6B32-4E24FE1CF31F}"/>
              </a:ext>
            </a:extLst>
          </p:cNvPr>
          <p:cNvGrpSpPr/>
          <p:nvPr/>
        </p:nvGrpSpPr>
        <p:grpSpPr>
          <a:xfrm>
            <a:off x="2024283" y="4791487"/>
            <a:ext cx="2944105" cy="358120"/>
            <a:chOff x="2832003" y="4570507"/>
            <a:chExt cx="2944105" cy="358120"/>
          </a:xfrm>
          <a:solidFill>
            <a:srgbClr val="DAE8FC"/>
          </a:solidFill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E29E14E-DC43-C398-0666-1A97655D81AA}"/>
                </a:ext>
              </a:extLst>
            </p:cNvPr>
            <p:cNvSpPr/>
            <p:nvPr/>
          </p:nvSpPr>
          <p:spPr>
            <a:xfrm>
              <a:off x="2832003" y="457050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046D8F19-1C4F-39A6-A80B-4A8D97218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37106" y="467346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6" name="图形 5">
            <a:extLst>
              <a:ext uri="{FF2B5EF4-FFF2-40B4-BE49-F238E27FC236}">
                <a16:creationId xmlns:a16="http://schemas.microsoft.com/office/drawing/2014/main" id="{E6FAF3F0-E52B-621C-1F2C-BA4E1070CD2B}"/>
              </a:ext>
            </a:extLst>
          </p:cNvPr>
          <p:cNvGrpSpPr/>
          <p:nvPr/>
        </p:nvGrpSpPr>
        <p:grpSpPr>
          <a:xfrm>
            <a:off x="2024283" y="5865848"/>
            <a:ext cx="2944105" cy="358120"/>
            <a:chOff x="2832003" y="5644868"/>
            <a:chExt cx="2944105" cy="358120"/>
          </a:xfrm>
          <a:solidFill>
            <a:srgbClr val="DAE8FC"/>
          </a:solidFill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35E9F56D-A001-C36B-E259-2936BFD7F389}"/>
                </a:ext>
              </a:extLst>
            </p:cNvPr>
            <p:cNvSpPr/>
            <p:nvPr/>
          </p:nvSpPr>
          <p:spPr>
            <a:xfrm>
              <a:off x="2832003" y="5644868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C562E1F5-65A3-9D59-2CDC-D8EE141FA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837106" y="574782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sp>
        <p:nvSpPr>
          <p:cNvPr id="29" name="矩形 28">
            <a:extLst>
              <a:ext uri="{FF2B5EF4-FFF2-40B4-BE49-F238E27FC236}">
                <a16:creationId xmlns:a16="http://schemas.microsoft.com/office/drawing/2014/main" id="{2CE74730-B77C-A977-5B21-70B64235B950}"/>
              </a:ext>
            </a:extLst>
          </p:cNvPr>
          <p:cNvSpPr/>
          <p:nvPr/>
        </p:nvSpPr>
        <p:spPr>
          <a:xfrm>
            <a:off x="5594740" y="22098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81074F-AFE2-2CBD-1D95-67A7F33EBD81}"/>
              </a:ext>
            </a:extLst>
          </p:cNvPr>
          <p:cNvSpPr/>
          <p:nvPr/>
        </p:nvSpPr>
        <p:spPr>
          <a:xfrm>
            <a:off x="5594740" y="129534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A62DCFD-032F-410C-6969-6164E56811CE}"/>
              </a:ext>
            </a:extLst>
          </p:cNvPr>
          <p:cNvSpPr/>
          <p:nvPr/>
        </p:nvSpPr>
        <p:spPr>
          <a:xfrm>
            <a:off x="5594740" y="236970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32CE040-F6D3-1ADB-E6A2-2A2162B19FE5}"/>
              </a:ext>
            </a:extLst>
          </p:cNvPr>
          <p:cNvSpPr/>
          <p:nvPr/>
        </p:nvSpPr>
        <p:spPr>
          <a:xfrm>
            <a:off x="5594740" y="344406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A70698A-2221-7027-28B9-3753E5B49F3C}"/>
              </a:ext>
            </a:extLst>
          </p:cNvPr>
          <p:cNvSpPr/>
          <p:nvPr/>
        </p:nvSpPr>
        <p:spPr>
          <a:xfrm>
            <a:off x="5594740" y="451842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70D856-CC78-4BB7-3A68-698C4A7544E2}"/>
              </a:ext>
            </a:extLst>
          </p:cNvPr>
          <p:cNvSpPr/>
          <p:nvPr/>
        </p:nvSpPr>
        <p:spPr>
          <a:xfrm>
            <a:off x="5594740" y="559278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grpSp>
        <p:nvGrpSpPr>
          <p:cNvPr id="35" name="图形 5">
            <a:extLst>
              <a:ext uri="{FF2B5EF4-FFF2-40B4-BE49-F238E27FC236}">
                <a16:creationId xmlns:a16="http://schemas.microsoft.com/office/drawing/2014/main" id="{CBDF3372-2F3D-E711-5811-088615147C85}"/>
              </a:ext>
            </a:extLst>
          </p:cNvPr>
          <p:cNvGrpSpPr/>
          <p:nvPr/>
        </p:nvGrpSpPr>
        <p:grpSpPr>
          <a:xfrm>
            <a:off x="5756969" y="314986"/>
            <a:ext cx="1892664" cy="313355"/>
            <a:chOff x="6564689" y="94006"/>
            <a:chExt cx="1892664" cy="313355"/>
          </a:xfrm>
          <a:solidFill>
            <a:srgbClr val="F5F5F5"/>
          </a:solidFill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655EEEAE-69DB-BDD7-DCB8-D6E63328978F}"/>
                </a:ext>
              </a:extLst>
            </p:cNvPr>
            <p:cNvSpPr/>
            <p:nvPr/>
          </p:nvSpPr>
          <p:spPr>
            <a:xfrm>
              <a:off x="6564689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37" name="图片 36">
              <a:extLst>
                <a:ext uri="{FF2B5EF4-FFF2-40B4-BE49-F238E27FC236}">
                  <a16:creationId xmlns:a16="http://schemas.microsoft.com/office/drawing/2014/main" id="{925226B3-CDEC-EB6C-8299-55C05140C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57050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38" name="图形 5">
            <a:extLst>
              <a:ext uri="{FF2B5EF4-FFF2-40B4-BE49-F238E27FC236}">
                <a16:creationId xmlns:a16="http://schemas.microsoft.com/office/drawing/2014/main" id="{32C406E9-99CF-B3A5-AA36-AF1D029CF56E}"/>
              </a:ext>
            </a:extLst>
          </p:cNvPr>
          <p:cNvGrpSpPr/>
          <p:nvPr/>
        </p:nvGrpSpPr>
        <p:grpSpPr>
          <a:xfrm>
            <a:off x="7754742" y="314986"/>
            <a:ext cx="1892664" cy="313355"/>
            <a:chOff x="8562462" y="94006"/>
            <a:chExt cx="1892664" cy="313355"/>
          </a:xfrm>
          <a:solidFill>
            <a:srgbClr val="F5F5F5"/>
          </a:solidFill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26F4FAFA-AE5E-2FF6-3FFF-6090D68B425A}"/>
                </a:ext>
              </a:extLst>
            </p:cNvPr>
            <p:cNvSpPr/>
            <p:nvPr/>
          </p:nvSpPr>
          <p:spPr>
            <a:xfrm>
              <a:off x="8562462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276C70D3-23C9-4708-BD2B-0A13C3B1F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56702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1" name="图形 5">
            <a:extLst>
              <a:ext uri="{FF2B5EF4-FFF2-40B4-BE49-F238E27FC236}">
                <a16:creationId xmlns:a16="http://schemas.microsoft.com/office/drawing/2014/main" id="{E0B8AC49-39F8-F7E9-2491-8DC924FF1EE0}"/>
              </a:ext>
            </a:extLst>
          </p:cNvPr>
          <p:cNvGrpSpPr/>
          <p:nvPr/>
        </p:nvGrpSpPr>
        <p:grpSpPr>
          <a:xfrm>
            <a:off x="5756969" y="717871"/>
            <a:ext cx="1892664" cy="313355"/>
            <a:chOff x="6564689" y="496891"/>
            <a:chExt cx="1892664" cy="313355"/>
          </a:xfrm>
          <a:solidFill>
            <a:srgbClr val="F5F5F5"/>
          </a:solidFill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AA03F083-866E-0023-1775-CA4F108008D4}"/>
                </a:ext>
              </a:extLst>
            </p:cNvPr>
            <p:cNvSpPr/>
            <p:nvPr/>
          </p:nvSpPr>
          <p:spPr>
            <a:xfrm>
              <a:off x="6564689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196D7366-D8B9-C883-A0CE-450493AB8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7050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4" name="图形 5">
            <a:extLst>
              <a:ext uri="{FF2B5EF4-FFF2-40B4-BE49-F238E27FC236}">
                <a16:creationId xmlns:a16="http://schemas.microsoft.com/office/drawing/2014/main" id="{5D51C6BE-E524-546D-65B2-8A6B48E83A76}"/>
              </a:ext>
            </a:extLst>
          </p:cNvPr>
          <p:cNvGrpSpPr/>
          <p:nvPr/>
        </p:nvGrpSpPr>
        <p:grpSpPr>
          <a:xfrm>
            <a:off x="7754742" y="717871"/>
            <a:ext cx="1892664" cy="313355"/>
            <a:chOff x="8562462" y="496891"/>
            <a:chExt cx="1892664" cy="313355"/>
          </a:xfrm>
          <a:solidFill>
            <a:srgbClr val="F5F5F5"/>
          </a:solidFill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BE4AB0A8-23C3-279E-3708-0D7C062CF1D1}"/>
                </a:ext>
              </a:extLst>
            </p:cNvPr>
            <p:cNvSpPr/>
            <p:nvPr/>
          </p:nvSpPr>
          <p:spPr>
            <a:xfrm>
              <a:off x="8562462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E0A7060D-D339-BFBC-8631-4AF701EBE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6702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7" name="图形 5">
            <a:extLst>
              <a:ext uri="{FF2B5EF4-FFF2-40B4-BE49-F238E27FC236}">
                <a16:creationId xmlns:a16="http://schemas.microsoft.com/office/drawing/2014/main" id="{6AFC2199-D8EF-FDFE-FFCB-D96A6D09E16D}"/>
              </a:ext>
            </a:extLst>
          </p:cNvPr>
          <p:cNvGrpSpPr/>
          <p:nvPr/>
        </p:nvGrpSpPr>
        <p:grpSpPr>
          <a:xfrm>
            <a:off x="5756969" y="1389346"/>
            <a:ext cx="3890348" cy="313355"/>
            <a:chOff x="6564689" y="1168366"/>
            <a:chExt cx="3890348" cy="313355"/>
          </a:xfrm>
          <a:solidFill>
            <a:srgbClr val="F5F5F5"/>
          </a:solidFill>
        </p:grpSpPr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C3C042D4-3532-F77D-A859-656B7A919798}"/>
                </a:ext>
              </a:extLst>
            </p:cNvPr>
            <p:cNvSpPr/>
            <p:nvPr/>
          </p:nvSpPr>
          <p:spPr>
            <a:xfrm>
              <a:off x="6564689" y="1168366"/>
              <a:ext cx="3890348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57D0C410-177A-6802-5816-AC165EA9C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570508" y="1266849"/>
              <a:ext cx="3876650" cy="152201"/>
            </a:xfrm>
            <a:custGeom>
              <a:avLst/>
              <a:gdLst>
                <a:gd name="csX0" fmla="*/ 0 w 3876650"/>
                <a:gd name="csY0" fmla="*/ 0 h 152201"/>
                <a:gd name="csX1" fmla="*/ 3876650 w 3876650"/>
                <a:gd name="csY1" fmla="*/ 0 h 152201"/>
                <a:gd name="csX2" fmla="*/ 3876650 w 3876650"/>
                <a:gd name="csY2" fmla="*/ 152201 h 152201"/>
                <a:gd name="csX3" fmla="*/ 0 w 3876650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76650" h="152201">
                  <a:moveTo>
                    <a:pt x="0" y="0"/>
                  </a:moveTo>
                  <a:lnTo>
                    <a:pt x="3876650" y="0"/>
                  </a:lnTo>
                  <a:lnTo>
                    <a:pt x="3876650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0" name="图形 5">
            <a:extLst>
              <a:ext uri="{FF2B5EF4-FFF2-40B4-BE49-F238E27FC236}">
                <a16:creationId xmlns:a16="http://schemas.microsoft.com/office/drawing/2014/main" id="{D2FF2C8E-F87E-D4C6-7370-319A79435A05}"/>
              </a:ext>
            </a:extLst>
          </p:cNvPr>
          <p:cNvGrpSpPr/>
          <p:nvPr/>
        </p:nvGrpSpPr>
        <p:grpSpPr>
          <a:xfrm>
            <a:off x="5756969" y="1792231"/>
            <a:ext cx="1892664" cy="313355"/>
            <a:chOff x="6564689" y="1571251"/>
            <a:chExt cx="1892664" cy="313355"/>
          </a:xfrm>
          <a:solidFill>
            <a:srgbClr val="F5F5F5"/>
          </a:solidFill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4371065-B3F3-8967-645A-F1403757A64F}"/>
                </a:ext>
              </a:extLst>
            </p:cNvPr>
            <p:cNvSpPr/>
            <p:nvPr/>
          </p:nvSpPr>
          <p:spPr>
            <a:xfrm>
              <a:off x="6564689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2" name="图片 51">
              <a:extLst>
                <a:ext uri="{FF2B5EF4-FFF2-40B4-BE49-F238E27FC236}">
                  <a16:creationId xmlns:a16="http://schemas.microsoft.com/office/drawing/2014/main" id="{4357FF43-4014-5A05-77C1-0D61AE21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57050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3" name="图形 5">
            <a:extLst>
              <a:ext uri="{FF2B5EF4-FFF2-40B4-BE49-F238E27FC236}">
                <a16:creationId xmlns:a16="http://schemas.microsoft.com/office/drawing/2014/main" id="{DA14FBCF-BB29-0C08-BB9C-120D8C3018DA}"/>
              </a:ext>
            </a:extLst>
          </p:cNvPr>
          <p:cNvGrpSpPr/>
          <p:nvPr/>
        </p:nvGrpSpPr>
        <p:grpSpPr>
          <a:xfrm>
            <a:off x="7754742" y="1792231"/>
            <a:ext cx="1892664" cy="313355"/>
            <a:chOff x="8562462" y="1571251"/>
            <a:chExt cx="1892664" cy="313355"/>
          </a:xfrm>
          <a:solidFill>
            <a:srgbClr val="F5F5F5"/>
          </a:solidFill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1C4D2CF9-291A-DA03-2323-FE608B4075F5}"/>
                </a:ext>
              </a:extLst>
            </p:cNvPr>
            <p:cNvSpPr/>
            <p:nvPr/>
          </p:nvSpPr>
          <p:spPr>
            <a:xfrm>
              <a:off x="8562462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ECD4F9CB-D48B-F229-8E07-17F85FAF0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56702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6" name="图形 5">
            <a:extLst>
              <a:ext uri="{FF2B5EF4-FFF2-40B4-BE49-F238E27FC236}">
                <a16:creationId xmlns:a16="http://schemas.microsoft.com/office/drawing/2014/main" id="{B9395F15-74BF-413D-EC01-493F3BC0D963}"/>
              </a:ext>
            </a:extLst>
          </p:cNvPr>
          <p:cNvGrpSpPr/>
          <p:nvPr/>
        </p:nvGrpSpPr>
        <p:grpSpPr>
          <a:xfrm>
            <a:off x="5756969" y="2463707"/>
            <a:ext cx="1892664" cy="313355"/>
            <a:chOff x="6564689" y="2242727"/>
            <a:chExt cx="1892664" cy="313355"/>
          </a:xfrm>
          <a:solidFill>
            <a:srgbClr val="F5F5F5"/>
          </a:solidFill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5C6F806B-7767-6EC8-B53C-7AD5A2DE7572}"/>
                </a:ext>
              </a:extLst>
            </p:cNvPr>
            <p:cNvSpPr/>
            <p:nvPr/>
          </p:nvSpPr>
          <p:spPr>
            <a:xfrm>
              <a:off x="6564689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20030B56-83EF-D1A6-03FC-59CBFB4FB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57050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9" name="图形 5">
            <a:extLst>
              <a:ext uri="{FF2B5EF4-FFF2-40B4-BE49-F238E27FC236}">
                <a16:creationId xmlns:a16="http://schemas.microsoft.com/office/drawing/2014/main" id="{CAAC6E73-BA31-195E-2A9F-0794324FC16C}"/>
              </a:ext>
            </a:extLst>
          </p:cNvPr>
          <p:cNvGrpSpPr/>
          <p:nvPr/>
        </p:nvGrpSpPr>
        <p:grpSpPr>
          <a:xfrm>
            <a:off x="7754742" y="2463707"/>
            <a:ext cx="1892664" cy="313355"/>
            <a:chOff x="8562462" y="2242727"/>
            <a:chExt cx="1892664" cy="313355"/>
          </a:xfrm>
          <a:solidFill>
            <a:srgbClr val="F5F5F5"/>
          </a:solidFill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0670A8FE-2B38-EF0D-F044-2AE2322C9732}"/>
                </a:ext>
              </a:extLst>
            </p:cNvPr>
            <p:cNvSpPr/>
            <p:nvPr/>
          </p:nvSpPr>
          <p:spPr>
            <a:xfrm>
              <a:off x="8562462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F3C1DD9B-B7A9-9040-F522-3698EAED7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56702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2" name="图形 5">
            <a:extLst>
              <a:ext uri="{FF2B5EF4-FFF2-40B4-BE49-F238E27FC236}">
                <a16:creationId xmlns:a16="http://schemas.microsoft.com/office/drawing/2014/main" id="{908CF182-3778-F88E-B747-C80AA344CD20}"/>
              </a:ext>
            </a:extLst>
          </p:cNvPr>
          <p:cNvGrpSpPr/>
          <p:nvPr/>
        </p:nvGrpSpPr>
        <p:grpSpPr>
          <a:xfrm>
            <a:off x="5756969" y="2866592"/>
            <a:ext cx="1892664" cy="313355"/>
            <a:chOff x="6564689" y="2645612"/>
            <a:chExt cx="1892664" cy="313355"/>
          </a:xfrm>
          <a:solidFill>
            <a:srgbClr val="F5F5F5"/>
          </a:solidFill>
        </p:grpSpPr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DAEBDDE-3AEA-554F-9EE6-BAC24F8757DA}"/>
                </a:ext>
              </a:extLst>
            </p:cNvPr>
            <p:cNvSpPr/>
            <p:nvPr/>
          </p:nvSpPr>
          <p:spPr>
            <a:xfrm>
              <a:off x="6564689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8D67DD4E-4793-2880-1000-9222D2B51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57050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5" name="图形 5">
            <a:extLst>
              <a:ext uri="{FF2B5EF4-FFF2-40B4-BE49-F238E27FC236}">
                <a16:creationId xmlns:a16="http://schemas.microsoft.com/office/drawing/2014/main" id="{6064BD13-0BF8-036B-56FD-A61B5AC2495D}"/>
              </a:ext>
            </a:extLst>
          </p:cNvPr>
          <p:cNvGrpSpPr/>
          <p:nvPr/>
        </p:nvGrpSpPr>
        <p:grpSpPr>
          <a:xfrm>
            <a:off x="7754742" y="2866592"/>
            <a:ext cx="1892664" cy="313355"/>
            <a:chOff x="8562462" y="2645612"/>
            <a:chExt cx="1892664" cy="313355"/>
          </a:xfrm>
          <a:solidFill>
            <a:srgbClr val="F5F5F5"/>
          </a:solidFill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D6F0362B-1E61-9323-5D3B-A00819C014C8}"/>
                </a:ext>
              </a:extLst>
            </p:cNvPr>
            <p:cNvSpPr/>
            <p:nvPr/>
          </p:nvSpPr>
          <p:spPr>
            <a:xfrm>
              <a:off x="8562462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7" name="图片 66">
              <a:extLst>
                <a:ext uri="{FF2B5EF4-FFF2-40B4-BE49-F238E27FC236}">
                  <a16:creationId xmlns:a16="http://schemas.microsoft.com/office/drawing/2014/main" id="{86A46884-BBD4-94C1-F213-24021874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6702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8" name="图形 5">
            <a:extLst>
              <a:ext uri="{FF2B5EF4-FFF2-40B4-BE49-F238E27FC236}">
                <a16:creationId xmlns:a16="http://schemas.microsoft.com/office/drawing/2014/main" id="{E8F3019A-E376-42B6-B93D-3A6AE3FD0616}"/>
              </a:ext>
            </a:extLst>
          </p:cNvPr>
          <p:cNvGrpSpPr/>
          <p:nvPr/>
        </p:nvGrpSpPr>
        <p:grpSpPr>
          <a:xfrm>
            <a:off x="5756969" y="3538067"/>
            <a:ext cx="1892664" cy="313355"/>
            <a:chOff x="6564689" y="3317087"/>
            <a:chExt cx="1892664" cy="313355"/>
          </a:xfrm>
          <a:solidFill>
            <a:srgbClr val="F5F5F5"/>
          </a:solidFill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0155E63D-64B4-496B-AD71-B0E17C15D002}"/>
                </a:ext>
              </a:extLst>
            </p:cNvPr>
            <p:cNvSpPr/>
            <p:nvPr/>
          </p:nvSpPr>
          <p:spPr>
            <a:xfrm>
              <a:off x="6564689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B2C647E8-C394-AC88-865C-C4070B6D5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57050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1" name="图形 5">
            <a:extLst>
              <a:ext uri="{FF2B5EF4-FFF2-40B4-BE49-F238E27FC236}">
                <a16:creationId xmlns:a16="http://schemas.microsoft.com/office/drawing/2014/main" id="{6535C05C-8FFD-DE3F-070E-806F6B12B413}"/>
              </a:ext>
            </a:extLst>
          </p:cNvPr>
          <p:cNvGrpSpPr/>
          <p:nvPr/>
        </p:nvGrpSpPr>
        <p:grpSpPr>
          <a:xfrm>
            <a:off x="7754742" y="3538067"/>
            <a:ext cx="1892664" cy="313355"/>
            <a:chOff x="8562462" y="3317087"/>
            <a:chExt cx="1892664" cy="313355"/>
          </a:xfrm>
          <a:solidFill>
            <a:srgbClr val="F5F5F5"/>
          </a:solidFill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2A2824B5-AB77-76F7-399F-A37CD0AF8481}"/>
                </a:ext>
              </a:extLst>
            </p:cNvPr>
            <p:cNvSpPr/>
            <p:nvPr/>
          </p:nvSpPr>
          <p:spPr>
            <a:xfrm>
              <a:off x="8562462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3" name="图片 72">
              <a:extLst>
                <a:ext uri="{FF2B5EF4-FFF2-40B4-BE49-F238E27FC236}">
                  <a16:creationId xmlns:a16="http://schemas.microsoft.com/office/drawing/2014/main" id="{C9EA1BED-C217-CA1E-12AA-5A403FBD6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56702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4" name="图形 5">
            <a:extLst>
              <a:ext uri="{FF2B5EF4-FFF2-40B4-BE49-F238E27FC236}">
                <a16:creationId xmlns:a16="http://schemas.microsoft.com/office/drawing/2014/main" id="{D8F3346C-B331-C04F-A28F-92D92F123AF7}"/>
              </a:ext>
            </a:extLst>
          </p:cNvPr>
          <p:cNvGrpSpPr/>
          <p:nvPr/>
        </p:nvGrpSpPr>
        <p:grpSpPr>
          <a:xfrm>
            <a:off x="5756969" y="3940952"/>
            <a:ext cx="1892664" cy="313355"/>
            <a:chOff x="6564689" y="3719972"/>
            <a:chExt cx="1892664" cy="313355"/>
          </a:xfrm>
          <a:solidFill>
            <a:srgbClr val="F5F5F5"/>
          </a:solidFill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882C8A3-2FB6-F436-CBF4-04F8D0A40F43}"/>
                </a:ext>
              </a:extLst>
            </p:cNvPr>
            <p:cNvSpPr/>
            <p:nvPr/>
          </p:nvSpPr>
          <p:spPr>
            <a:xfrm>
              <a:off x="6564689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63838C7E-C9FE-3F54-DA57-7C90F4728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57050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7" name="图形 5">
            <a:extLst>
              <a:ext uri="{FF2B5EF4-FFF2-40B4-BE49-F238E27FC236}">
                <a16:creationId xmlns:a16="http://schemas.microsoft.com/office/drawing/2014/main" id="{4E5BED50-1BCA-A3BC-2712-B6EA2A5D8F1D}"/>
              </a:ext>
            </a:extLst>
          </p:cNvPr>
          <p:cNvGrpSpPr/>
          <p:nvPr/>
        </p:nvGrpSpPr>
        <p:grpSpPr>
          <a:xfrm>
            <a:off x="7754742" y="3940952"/>
            <a:ext cx="1892664" cy="313355"/>
            <a:chOff x="8562462" y="3719972"/>
            <a:chExt cx="1892664" cy="313355"/>
          </a:xfrm>
          <a:solidFill>
            <a:srgbClr val="F5F5F5"/>
          </a:solidFill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FCDDDFE-FF8A-C484-8B98-05018349D156}"/>
                </a:ext>
              </a:extLst>
            </p:cNvPr>
            <p:cNvSpPr/>
            <p:nvPr/>
          </p:nvSpPr>
          <p:spPr>
            <a:xfrm>
              <a:off x="8562462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2630E598-9A5F-409F-3BD7-DE5C6638B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6702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0" name="图形 5">
            <a:extLst>
              <a:ext uri="{FF2B5EF4-FFF2-40B4-BE49-F238E27FC236}">
                <a16:creationId xmlns:a16="http://schemas.microsoft.com/office/drawing/2014/main" id="{A43BCC4A-58EC-B1FB-CBB5-43CBC543E47F}"/>
              </a:ext>
            </a:extLst>
          </p:cNvPr>
          <p:cNvGrpSpPr/>
          <p:nvPr/>
        </p:nvGrpSpPr>
        <p:grpSpPr>
          <a:xfrm>
            <a:off x="5756969" y="4612427"/>
            <a:ext cx="1892664" cy="313355"/>
            <a:chOff x="6564689" y="4391447"/>
            <a:chExt cx="1892664" cy="313355"/>
          </a:xfrm>
          <a:solidFill>
            <a:srgbClr val="F5F5F5"/>
          </a:solidFill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CBA00-3506-9A72-75E3-AB6A0DFDBA5C}"/>
                </a:ext>
              </a:extLst>
            </p:cNvPr>
            <p:cNvSpPr/>
            <p:nvPr/>
          </p:nvSpPr>
          <p:spPr>
            <a:xfrm>
              <a:off x="6564689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2" name="图片 81">
              <a:extLst>
                <a:ext uri="{FF2B5EF4-FFF2-40B4-BE49-F238E27FC236}">
                  <a16:creationId xmlns:a16="http://schemas.microsoft.com/office/drawing/2014/main" id="{B6A0E02C-6E26-EBCB-6E34-F99B2E725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57050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3" name="图形 5">
            <a:extLst>
              <a:ext uri="{FF2B5EF4-FFF2-40B4-BE49-F238E27FC236}">
                <a16:creationId xmlns:a16="http://schemas.microsoft.com/office/drawing/2014/main" id="{73BD5C7B-F39D-B5DB-5D9E-EFEA3D08E08B}"/>
              </a:ext>
            </a:extLst>
          </p:cNvPr>
          <p:cNvGrpSpPr/>
          <p:nvPr/>
        </p:nvGrpSpPr>
        <p:grpSpPr>
          <a:xfrm>
            <a:off x="7754742" y="4612427"/>
            <a:ext cx="1892664" cy="313355"/>
            <a:chOff x="8562462" y="4391447"/>
            <a:chExt cx="1892664" cy="313355"/>
          </a:xfrm>
          <a:solidFill>
            <a:srgbClr val="F5F5F5"/>
          </a:solidFill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8D935EC3-8292-9CAC-0063-1F5035D76446}"/>
                </a:ext>
              </a:extLst>
            </p:cNvPr>
            <p:cNvSpPr/>
            <p:nvPr/>
          </p:nvSpPr>
          <p:spPr>
            <a:xfrm>
              <a:off x="8562462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F222FB23-9AE7-44B7-EB21-912D07B019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6702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6" name="图形 5">
            <a:extLst>
              <a:ext uri="{FF2B5EF4-FFF2-40B4-BE49-F238E27FC236}">
                <a16:creationId xmlns:a16="http://schemas.microsoft.com/office/drawing/2014/main" id="{BDC9CB9E-73FC-E827-E324-7DF9AD72E182}"/>
              </a:ext>
            </a:extLst>
          </p:cNvPr>
          <p:cNvGrpSpPr/>
          <p:nvPr/>
        </p:nvGrpSpPr>
        <p:grpSpPr>
          <a:xfrm>
            <a:off x="5756969" y="5015312"/>
            <a:ext cx="1892664" cy="313355"/>
            <a:chOff x="6564689" y="4794332"/>
            <a:chExt cx="1892664" cy="313355"/>
          </a:xfrm>
          <a:solidFill>
            <a:srgbClr val="F5F5F5"/>
          </a:solidFill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27D65CB9-C043-E091-BA84-AF66977349C1}"/>
                </a:ext>
              </a:extLst>
            </p:cNvPr>
            <p:cNvSpPr/>
            <p:nvPr/>
          </p:nvSpPr>
          <p:spPr>
            <a:xfrm>
              <a:off x="6564689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8" name="图片 87">
              <a:extLst>
                <a:ext uri="{FF2B5EF4-FFF2-40B4-BE49-F238E27FC236}">
                  <a16:creationId xmlns:a16="http://schemas.microsoft.com/office/drawing/2014/main" id="{9E630C14-16EC-AAD8-4DEB-3B9C976A2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7050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9" name="图形 5">
            <a:extLst>
              <a:ext uri="{FF2B5EF4-FFF2-40B4-BE49-F238E27FC236}">
                <a16:creationId xmlns:a16="http://schemas.microsoft.com/office/drawing/2014/main" id="{EE4F5A46-A7D8-6616-F375-3082D8A758DF}"/>
              </a:ext>
            </a:extLst>
          </p:cNvPr>
          <p:cNvGrpSpPr/>
          <p:nvPr/>
        </p:nvGrpSpPr>
        <p:grpSpPr>
          <a:xfrm>
            <a:off x="7754742" y="5015312"/>
            <a:ext cx="1892664" cy="313355"/>
            <a:chOff x="8562462" y="4794332"/>
            <a:chExt cx="1892664" cy="313355"/>
          </a:xfrm>
          <a:solidFill>
            <a:srgbClr val="F5F5F5"/>
          </a:solidFill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75CB813-DB7E-27FD-52FF-FEF5088D4BBE}"/>
                </a:ext>
              </a:extLst>
            </p:cNvPr>
            <p:cNvSpPr/>
            <p:nvPr/>
          </p:nvSpPr>
          <p:spPr>
            <a:xfrm>
              <a:off x="8562462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1" name="图片 90">
              <a:extLst>
                <a:ext uri="{FF2B5EF4-FFF2-40B4-BE49-F238E27FC236}">
                  <a16:creationId xmlns:a16="http://schemas.microsoft.com/office/drawing/2014/main" id="{867EFCD1-CF68-56E0-71D2-7B07FE07C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856702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2" name="图形 5">
            <a:extLst>
              <a:ext uri="{FF2B5EF4-FFF2-40B4-BE49-F238E27FC236}">
                <a16:creationId xmlns:a16="http://schemas.microsoft.com/office/drawing/2014/main" id="{E367D6ED-1C1A-2C74-8EDC-A12B3F50641E}"/>
              </a:ext>
            </a:extLst>
          </p:cNvPr>
          <p:cNvGrpSpPr/>
          <p:nvPr/>
        </p:nvGrpSpPr>
        <p:grpSpPr>
          <a:xfrm>
            <a:off x="5914721" y="5865848"/>
            <a:ext cx="1577161" cy="358120"/>
            <a:chOff x="6722441" y="5644868"/>
            <a:chExt cx="1577161" cy="358120"/>
          </a:xfrm>
          <a:solidFill>
            <a:srgbClr val="F5F5F5"/>
          </a:solidFill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52705C9A-F408-E18E-EE93-A0BB49EFDD32}"/>
                </a:ext>
              </a:extLst>
            </p:cNvPr>
            <p:cNvSpPr/>
            <p:nvPr/>
          </p:nvSpPr>
          <p:spPr>
            <a:xfrm>
              <a:off x="6722441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4" name="图片 93">
              <a:extLst>
                <a:ext uri="{FF2B5EF4-FFF2-40B4-BE49-F238E27FC236}">
                  <a16:creationId xmlns:a16="http://schemas.microsoft.com/office/drawing/2014/main" id="{7DAE8EDC-ABFB-5B81-9F52-329B34BBDD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6722709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5" name="图形 5">
            <a:extLst>
              <a:ext uri="{FF2B5EF4-FFF2-40B4-BE49-F238E27FC236}">
                <a16:creationId xmlns:a16="http://schemas.microsoft.com/office/drawing/2014/main" id="{B1033D2A-18EB-A2B4-401A-5DDB05A39F1F}"/>
              </a:ext>
            </a:extLst>
          </p:cNvPr>
          <p:cNvGrpSpPr/>
          <p:nvPr/>
        </p:nvGrpSpPr>
        <p:grpSpPr>
          <a:xfrm>
            <a:off x="7912404" y="5865848"/>
            <a:ext cx="1577161" cy="358120"/>
            <a:chOff x="8720124" y="5644868"/>
            <a:chExt cx="1577161" cy="358120"/>
          </a:xfrm>
          <a:solidFill>
            <a:srgbClr val="F5F5F5"/>
          </a:solidFill>
        </p:grpSpPr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B9765FC8-92BF-2D5B-0ED4-27C2420E72F1}"/>
                </a:ext>
              </a:extLst>
            </p:cNvPr>
            <p:cNvSpPr/>
            <p:nvPr/>
          </p:nvSpPr>
          <p:spPr>
            <a:xfrm>
              <a:off x="8720124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70A67941-F66A-F9FF-44C5-6DF2A69B3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8728182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65731C5C-BE62-FD4F-A068-488A91B5C14D}"/>
              </a:ext>
            </a:extLst>
          </p:cNvPr>
          <p:cNvSpPr/>
          <p:nvPr/>
        </p:nvSpPr>
        <p:spPr>
          <a:xfrm>
            <a:off x="1283780" y="668630"/>
            <a:ext cx="736026" cy="2775430"/>
          </a:xfrm>
          <a:custGeom>
            <a:avLst/>
            <a:gdLst>
              <a:gd name="csX0" fmla="*/ 0 w 736026"/>
              <a:gd name="csY0" fmla="*/ 2775431 h 2775430"/>
              <a:gd name="csX1" fmla="*/ 367789 w 736026"/>
              <a:gd name="csY1" fmla="*/ 1387715 h 2775430"/>
              <a:gd name="csX2" fmla="*/ 736026 w 736026"/>
              <a:gd name="csY2" fmla="*/ 0 h 27754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775430">
                <a:moveTo>
                  <a:pt x="0" y="2775431"/>
                </a:moveTo>
                <a:cubicBezTo>
                  <a:pt x="245193" y="2775431"/>
                  <a:pt x="367789" y="2312859"/>
                  <a:pt x="367789" y="1387715"/>
                </a:cubicBezTo>
                <a:cubicBezTo>
                  <a:pt x="367789" y="46257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EA1E2956-EC0E-DDB5-A578-8938CF548601}"/>
              </a:ext>
            </a:extLst>
          </p:cNvPr>
          <p:cNvSpPr/>
          <p:nvPr/>
        </p:nvSpPr>
        <p:spPr>
          <a:xfrm>
            <a:off x="1283780" y="1742990"/>
            <a:ext cx="736026" cy="1701070"/>
          </a:xfrm>
          <a:custGeom>
            <a:avLst/>
            <a:gdLst>
              <a:gd name="csX0" fmla="*/ 0 w 736026"/>
              <a:gd name="csY0" fmla="*/ 1701071 h 1701070"/>
              <a:gd name="csX1" fmla="*/ 367789 w 736026"/>
              <a:gd name="csY1" fmla="*/ 850535 h 1701070"/>
              <a:gd name="csX2" fmla="*/ 736026 w 736026"/>
              <a:gd name="csY2" fmla="*/ 0 h 17010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701070">
                <a:moveTo>
                  <a:pt x="0" y="1701071"/>
                </a:moveTo>
                <a:cubicBezTo>
                  <a:pt x="245193" y="1701071"/>
                  <a:pt x="367789" y="1417559"/>
                  <a:pt x="367789" y="850535"/>
                </a:cubicBezTo>
                <a:cubicBezTo>
                  <a:pt x="367789" y="28351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FB1807F8-D9EC-E5DA-BDF1-52E04AD4933C}"/>
              </a:ext>
            </a:extLst>
          </p:cNvPr>
          <p:cNvSpPr/>
          <p:nvPr/>
        </p:nvSpPr>
        <p:spPr>
          <a:xfrm>
            <a:off x="1283780" y="2817350"/>
            <a:ext cx="736026" cy="626710"/>
          </a:xfrm>
          <a:custGeom>
            <a:avLst/>
            <a:gdLst>
              <a:gd name="csX0" fmla="*/ 0 w 736026"/>
              <a:gd name="csY0" fmla="*/ 626710 h 626710"/>
              <a:gd name="csX1" fmla="*/ 367789 w 736026"/>
              <a:gd name="csY1" fmla="*/ 313355 h 626710"/>
              <a:gd name="csX2" fmla="*/ 736026 w 736026"/>
              <a:gd name="csY2" fmla="*/ 0 h 626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626710">
                <a:moveTo>
                  <a:pt x="0" y="626710"/>
                </a:moveTo>
                <a:cubicBezTo>
                  <a:pt x="245193" y="626710"/>
                  <a:pt x="367789" y="522259"/>
                  <a:pt x="367789" y="313355"/>
                </a:cubicBezTo>
                <a:cubicBezTo>
                  <a:pt x="367789" y="10445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1" name="任意多边形: 形状 100">
            <a:extLst>
              <a:ext uri="{FF2B5EF4-FFF2-40B4-BE49-F238E27FC236}">
                <a16:creationId xmlns:a16="http://schemas.microsoft.com/office/drawing/2014/main" id="{899DD711-7B09-4CA1-0748-D9F1F2B05E91}"/>
              </a:ext>
            </a:extLst>
          </p:cNvPr>
          <p:cNvSpPr/>
          <p:nvPr/>
        </p:nvSpPr>
        <p:spPr>
          <a:xfrm>
            <a:off x="1283780" y="3444060"/>
            <a:ext cx="736026" cy="447650"/>
          </a:xfrm>
          <a:custGeom>
            <a:avLst/>
            <a:gdLst>
              <a:gd name="csX0" fmla="*/ 0 w 736026"/>
              <a:gd name="csY0" fmla="*/ 0 h 447650"/>
              <a:gd name="csX1" fmla="*/ 367789 w 736026"/>
              <a:gd name="csY1" fmla="*/ 223825 h 447650"/>
              <a:gd name="csX2" fmla="*/ 736026 w 736026"/>
              <a:gd name="csY2" fmla="*/ 447650 h 4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447650">
                <a:moveTo>
                  <a:pt x="0" y="0"/>
                </a:moveTo>
                <a:cubicBezTo>
                  <a:pt x="245193" y="0"/>
                  <a:pt x="367789" y="74608"/>
                  <a:pt x="367789" y="223825"/>
                </a:cubicBezTo>
                <a:cubicBezTo>
                  <a:pt x="367789" y="373042"/>
                  <a:pt x="490535" y="447650"/>
                  <a:pt x="736026" y="44765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4EA3EEA4-1459-3F3E-51E4-FC73788B2BA5}"/>
              </a:ext>
            </a:extLst>
          </p:cNvPr>
          <p:cNvSpPr/>
          <p:nvPr/>
        </p:nvSpPr>
        <p:spPr>
          <a:xfrm>
            <a:off x="1283780" y="3444060"/>
            <a:ext cx="736026" cy="1522010"/>
          </a:xfrm>
          <a:custGeom>
            <a:avLst/>
            <a:gdLst>
              <a:gd name="csX0" fmla="*/ 0 w 736026"/>
              <a:gd name="csY0" fmla="*/ 0 h 1522010"/>
              <a:gd name="csX1" fmla="*/ 367789 w 736026"/>
              <a:gd name="csY1" fmla="*/ 761005 h 1522010"/>
              <a:gd name="csX2" fmla="*/ 736026 w 736026"/>
              <a:gd name="csY2" fmla="*/ 1522011 h 15220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522010">
                <a:moveTo>
                  <a:pt x="0" y="0"/>
                </a:moveTo>
                <a:cubicBezTo>
                  <a:pt x="245193" y="0"/>
                  <a:pt x="367789" y="253669"/>
                  <a:pt x="367789" y="761005"/>
                </a:cubicBezTo>
                <a:cubicBezTo>
                  <a:pt x="367789" y="1268342"/>
                  <a:pt x="490535" y="1522011"/>
                  <a:pt x="736026" y="152201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517D9FF7-DB4A-5DC8-4125-BB0BDD94546A}"/>
              </a:ext>
            </a:extLst>
          </p:cNvPr>
          <p:cNvSpPr/>
          <p:nvPr/>
        </p:nvSpPr>
        <p:spPr>
          <a:xfrm>
            <a:off x="1283780" y="3444060"/>
            <a:ext cx="736026" cy="2596370"/>
          </a:xfrm>
          <a:custGeom>
            <a:avLst/>
            <a:gdLst>
              <a:gd name="csX0" fmla="*/ 0 w 736026"/>
              <a:gd name="csY0" fmla="*/ 0 h 2596370"/>
              <a:gd name="csX1" fmla="*/ 367789 w 736026"/>
              <a:gd name="csY1" fmla="*/ 1298185 h 2596370"/>
              <a:gd name="csX2" fmla="*/ 736026 w 736026"/>
              <a:gd name="csY2" fmla="*/ 2596371 h 25963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596370">
                <a:moveTo>
                  <a:pt x="0" y="0"/>
                </a:moveTo>
                <a:cubicBezTo>
                  <a:pt x="245193" y="0"/>
                  <a:pt x="367789" y="432729"/>
                  <a:pt x="367789" y="1298185"/>
                </a:cubicBezTo>
                <a:cubicBezTo>
                  <a:pt x="367789" y="2163643"/>
                  <a:pt x="490535" y="2596371"/>
                  <a:pt x="736026" y="259637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4" name="任意多边形: 形状 103">
            <a:extLst>
              <a:ext uri="{FF2B5EF4-FFF2-40B4-BE49-F238E27FC236}">
                <a16:creationId xmlns:a16="http://schemas.microsoft.com/office/drawing/2014/main" id="{A6456A54-C81C-72EB-0B97-ED2C8C1CEC47}"/>
              </a:ext>
            </a:extLst>
          </p:cNvPr>
          <p:cNvSpPr/>
          <p:nvPr/>
        </p:nvSpPr>
        <p:spPr>
          <a:xfrm>
            <a:off x="4963912" y="66863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5" name="任意多边形: 形状 104">
            <a:extLst>
              <a:ext uri="{FF2B5EF4-FFF2-40B4-BE49-F238E27FC236}">
                <a16:creationId xmlns:a16="http://schemas.microsoft.com/office/drawing/2014/main" id="{EFF4C7F5-680F-EEA7-877F-BCE06DCEB7CC}"/>
              </a:ext>
            </a:extLst>
          </p:cNvPr>
          <p:cNvSpPr/>
          <p:nvPr/>
        </p:nvSpPr>
        <p:spPr>
          <a:xfrm>
            <a:off x="4963912" y="174299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1B538E67-9E3B-65F6-5566-93F25621B276}"/>
              </a:ext>
            </a:extLst>
          </p:cNvPr>
          <p:cNvSpPr/>
          <p:nvPr/>
        </p:nvSpPr>
        <p:spPr>
          <a:xfrm>
            <a:off x="4963912" y="281735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DB6BA753-FB95-C6CE-4624-E138EF4577CA}"/>
              </a:ext>
            </a:extLst>
          </p:cNvPr>
          <p:cNvSpPr/>
          <p:nvPr/>
        </p:nvSpPr>
        <p:spPr>
          <a:xfrm>
            <a:off x="4963912" y="389171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8" name="任意多边形: 形状 107">
            <a:extLst>
              <a:ext uri="{FF2B5EF4-FFF2-40B4-BE49-F238E27FC236}">
                <a16:creationId xmlns:a16="http://schemas.microsoft.com/office/drawing/2014/main" id="{52E6C044-7D6F-15E1-8811-B2C1B732C773}"/>
              </a:ext>
            </a:extLst>
          </p:cNvPr>
          <p:cNvSpPr/>
          <p:nvPr/>
        </p:nvSpPr>
        <p:spPr>
          <a:xfrm>
            <a:off x="4963912" y="496607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9" name="任意多边形: 形状 108">
            <a:extLst>
              <a:ext uri="{FF2B5EF4-FFF2-40B4-BE49-F238E27FC236}">
                <a16:creationId xmlns:a16="http://schemas.microsoft.com/office/drawing/2014/main" id="{3821E7C1-0E69-E19E-E648-1C8E00F4CFDE}"/>
              </a:ext>
            </a:extLst>
          </p:cNvPr>
          <p:cNvSpPr/>
          <p:nvPr/>
        </p:nvSpPr>
        <p:spPr>
          <a:xfrm>
            <a:off x="4963912" y="604043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</p:spTree>
    <p:extLst>
      <p:ext uri="{BB962C8B-B14F-4D97-AF65-F5344CB8AC3E}">
        <p14:creationId xmlns:p14="http://schemas.microsoft.com/office/powerpoint/2010/main" val="1176374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AF74B55-9CAD-1606-ED15-3676731F4BE4}"/>
              </a:ext>
            </a:extLst>
          </p:cNvPr>
          <p:cNvSpPr/>
          <p:nvPr/>
        </p:nvSpPr>
        <p:spPr>
          <a:xfrm>
            <a:off x="564337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7880E56-439D-3623-734F-166D14B9A507}"/>
              </a:ext>
            </a:extLst>
          </p:cNvPr>
          <p:cNvSpPr/>
          <p:nvPr/>
        </p:nvSpPr>
        <p:spPr>
          <a:xfrm>
            <a:off x="3964736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1913DAB9-D655-5DA2-C031-88903A3CC4CA}"/>
              </a:ext>
            </a:extLst>
          </p:cNvPr>
          <p:cNvCxnSpPr>
            <a:stCxn id="2" idx="2"/>
          </p:cNvCxnSpPr>
          <p:nvPr/>
        </p:nvCxnSpPr>
        <p:spPr>
          <a:xfrm flipH="1">
            <a:off x="1090430" y="1630623"/>
            <a:ext cx="1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A0D5538B-DF7A-DE49-8ACE-232A1B0DB0E2}"/>
              </a:ext>
            </a:extLst>
          </p:cNvPr>
          <p:cNvCxnSpPr>
            <a:stCxn id="3" idx="2"/>
          </p:cNvCxnSpPr>
          <p:nvPr/>
        </p:nvCxnSpPr>
        <p:spPr>
          <a:xfrm>
            <a:off x="4490830" y="1630623"/>
            <a:ext cx="35490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组合 5">
            <a:extLst>
              <a:ext uri="{FF2B5EF4-FFF2-40B4-BE49-F238E27FC236}">
                <a16:creationId xmlns:a16="http://schemas.microsoft.com/office/drawing/2014/main" id="{E8D33E62-3DA5-7CA6-44F5-71504FFE0595}"/>
              </a:ext>
            </a:extLst>
          </p:cNvPr>
          <p:cNvGrpSpPr/>
          <p:nvPr/>
        </p:nvGrpSpPr>
        <p:grpSpPr>
          <a:xfrm>
            <a:off x="1090429" y="2280755"/>
            <a:ext cx="3418146" cy="822960"/>
            <a:chOff x="7115756" y="3259756"/>
            <a:chExt cx="3418146" cy="822960"/>
          </a:xfrm>
        </p:grpSpPr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850D8C88-5497-0FBF-9297-B90EA25D2EEA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21DF994-39CF-E5B1-DD19-802BA4F85C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文本框 8">
            <a:extLst>
              <a:ext uri="{FF2B5EF4-FFF2-40B4-BE49-F238E27FC236}">
                <a16:creationId xmlns:a16="http://schemas.microsoft.com/office/drawing/2014/main" id="{24864884-1762-5DBC-84F3-CD66F3E19D3C}"/>
              </a:ext>
            </a:extLst>
          </p:cNvPr>
          <p:cNvSpPr txBox="1"/>
          <p:nvPr/>
        </p:nvSpPr>
        <p:spPr>
          <a:xfrm>
            <a:off x="1398182" y="1887482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7F11908-F8F2-B963-699E-303C38D49FA7}"/>
              </a:ext>
            </a:extLst>
          </p:cNvPr>
          <p:cNvSpPr txBox="1"/>
          <p:nvPr/>
        </p:nvSpPr>
        <p:spPr>
          <a:xfrm>
            <a:off x="1386950" y="2723273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0046AE-100B-50B5-DD6B-0341B2C80BE0}"/>
              </a:ext>
            </a:extLst>
          </p:cNvPr>
          <p:cNvSpPr txBox="1"/>
          <p:nvPr/>
        </p:nvSpPr>
        <p:spPr>
          <a:xfrm>
            <a:off x="1289874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8A0D1BE5-1E88-6D67-F90F-37591AA6F6B7}"/>
              </a:ext>
            </a:extLst>
          </p:cNvPr>
          <p:cNvGrpSpPr/>
          <p:nvPr/>
        </p:nvGrpSpPr>
        <p:grpSpPr>
          <a:xfrm>
            <a:off x="6352464" y="941692"/>
            <a:ext cx="4452586" cy="4840842"/>
            <a:chOff x="6352464" y="941692"/>
            <a:chExt cx="4452586" cy="4840842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7F5E2C5A-226B-DD28-299C-2DB1DAA22D3F}"/>
                </a:ext>
              </a:extLst>
            </p:cNvPr>
            <p:cNvSpPr/>
            <p:nvPr/>
          </p:nvSpPr>
          <p:spPr>
            <a:xfrm>
              <a:off x="6878555" y="3029200"/>
              <a:ext cx="3418147" cy="219817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accent6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76D8F29-DFA8-2FF0-34E7-11E2CC9E92B7}"/>
                </a:ext>
              </a:extLst>
            </p:cNvPr>
            <p:cNvSpPr/>
            <p:nvPr/>
          </p:nvSpPr>
          <p:spPr>
            <a:xfrm>
              <a:off x="6352464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76D8C81-980A-098E-8A23-ECD8288553E9}"/>
                </a:ext>
              </a:extLst>
            </p:cNvPr>
            <p:cNvSpPr/>
            <p:nvPr/>
          </p:nvSpPr>
          <p:spPr>
            <a:xfrm>
              <a:off x="9752863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7FB8CCE3-269B-EED1-89DE-C63E14EF9368}"/>
                </a:ext>
              </a:extLst>
            </p:cNvPr>
            <p:cNvCxnSpPr>
              <a:stCxn id="12" idx="2"/>
            </p:cNvCxnSpPr>
            <p:nvPr/>
          </p:nvCxnSpPr>
          <p:spPr>
            <a:xfrm flipH="1">
              <a:off x="6878557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DE2A5516-0DE3-B42F-3971-1DE955E34F5A}"/>
                </a:ext>
              </a:extLst>
            </p:cNvPr>
            <p:cNvCxnSpPr>
              <a:stCxn id="13" idx="2"/>
            </p:cNvCxnSpPr>
            <p:nvPr/>
          </p:nvCxnSpPr>
          <p:spPr>
            <a:xfrm>
              <a:off x="10278957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62262542-5512-0C7D-6958-B5C9ED279449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2268644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FB9BB3D-E613-4A56-CC64-CEAB170CC566}"/>
                </a:ext>
              </a:extLst>
            </p:cNvPr>
            <p:cNvSpPr txBox="1"/>
            <p:nvPr/>
          </p:nvSpPr>
          <p:spPr>
            <a:xfrm>
              <a:off x="7186309" y="1954596"/>
              <a:ext cx="2865120" cy="307777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sz="140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MsgA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</a:t>
              </a:r>
              <a:r>
                <a:rPr lang="en-US" altLang="zh-CN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+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短数据报文</a:t>
              </a:r>
            </a:p>
          </p:txBody>
        </p: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25AF55C4-FDF4-B96C-5CD4-726180D93724}"/>
                </a:ext>
              </a:extLst>
            </p:cNvPr>
            <p:cNvGrpSpPr/>
            <p:nvPr/>
          </p:nvGrpSpPr>
          <p:grpSpPr>
            <a:xfrm>
              <a:off x="6878556" y="2463380"/>
              <a:ext cx="3418146" cy="313329"/>
              <a:chOff x="6878556" y="2790386"/>
              <a:chExt cx="3418146" cy="313329"/>
            </a:xfrm>
          </p:grpSpPr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F73CFC75-8265-D9A4-A699-DC35974921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34CE7869-80FF-622D-3978-DDB44692EC2E}"/>
                  </a:ext>
                </a:extLst>
              </p:cNvPr>
              <p:cNvSpPr txBox="1"/>
              <p:nvPr/>
            </p:nvSpPr>
            <p:spPr>
              <a:xfrm>
                <a:off x="7175077" y="2790386"/>
                <a:ext cx="2865120" cy="307777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400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EBDED82C-FCED-DDDB-21E0-7D433B07420C}"/>
                </a:ext>
              </a:extLst>
            </p:cNvPr>
            <p:cNvSpPr txBox="1"/>
            <p:nvPr/>
          </p:nvSpPr>
          <p:spPr>
            <a:xfrm>
              <a:off x="7078001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SAST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A6566DF-658E-BCD2-BBBB-BD302C37D7DB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3492747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8EB771ED-08DA-22CD-53ED-6C15B4289303}"/>
                </a:ext>
              </a:extLst>
            </p:cNvPr>
            <p:cNvSpPr txBox="1"/>
            <p:nvPr/>
          </p:nvSpPr>
          <p:spPr>
            <a:xfrm>
              <a:off x="7155069" y="3226683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51F3020A-06C1-7A28-E199-9BD6F5FB5EFE}"/>
                </a:ext>
              </a:extLst>
            </p:cNvPr>
            <p:cNvGrpSpPr/>
            <p:nvPr/>
          </p:nvGrpSpPr>
          <p:grpSpPr>
            <a:xfrm>
              <a:off x="6878556" y="3533314"/>
              <a:ext cx="3418146" cy="276999"/>
              <a:chOff x="6878556" y="2836055"/>
              <a:chExt cx="3418146" cy="276999"/>
            </a:xfrm>
          </p:grpSpPr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A16318ED-F6E1-5BDB-A629-D25D846FBA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FA06B776-C17D-FF31-C942-39FCA93BF7F4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52251827-91E2-95CB-EFB0-8EADBA708DEC}"/>
                </a:ext>
              </a:extLst>
            </p:cNvPr>
            <p:cNvSpPr txBox="1"/>
            <p:nvPr/>
          </p:nvSpPr>
          <p:spPr>
            <a:xfrm>
              <a:off x="8133295" y="3922796"/>
              <a:ext cx="708509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dirty="0">
                  <a:latin typeface="宋体" panose="02010600030101010101" pitchFamily="2" charset="-122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293B25B0-2E2D-2A0E-FF85-C392240B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4463772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0CE001CF-F569-1AF2-ED23-8541AB3D9FD5}"/>
                </a:ext>
              </a:extLst>
            </p:cNvPr>
            <p:cNvSpPr txBox="1"/>
            <p:nvPr/>
          </p:nvSpPr>
          <p:spPr>
            <a:xfrm>
              <a:off x="7155069" y="4197708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FAEA2D51-D3E2-9CD5-EF17-CDBF0F051FAD}"/>
                </a:ext>
              </a:extLst>
            </p:cNvPr>
            <p:cNvGrpSpPr/>
            <p:nvPr/>
          </p:nvGrpSpPr>
          <p:grpSpPr>
            <a:xfrm>
              <a:off x="6878556" y="4504339"/>
              <a:ext cx="3418146" cy="276999"/>
              <a:chOff x="6878556" y="2836055"/>
              <a:chExt cx="3418146" cy="276999"/>
            </a:xfrm>
          </p:grpSpPr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5CDF9EDC-BEB4-8022-C3F6-7CD719D5D5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297487A-18A8-80BF-4368-5DFAFA648366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F2E8EF24-3E0F-C5A1-E7F8-238B9239C848}"/>
                </a:ext>
              </a:extLst>
            </p:cNvPr>
            <p:cNvSpPr/>
            <p:nvPr/>
          </p:nvSpPr>
          <p:spPr>
            <a:xfrm>
              <a:off x="6860810" y="3038761"/>
              <a:ext cx="1158380" cy="214316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2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连续传输阶段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1676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 anchorCtr="1">
        <a:spAutoFit/>
      </a:bodyPr>
      <a:lstStyle>
        <a:defPPr algn="ctr">
          <a:defRPr dirty="0" smtClean="0">
            <a:latin typeface="宋体" panose="02010600030101010101" pitchFamily="2" charset="-122"/>
            <a:ea typeface="宋体" panose="02010600030101010101" pitchFamily="2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4602</TotalTime>
  <Words>818</Words>
  <Application>Microsoft Office PowerPoint</Application>
  <PresentationFormat>宽屏</PresentationFormat>
  <Paragraphs>244</Paragraphs>
  <Slides>13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0" baseType="lpstr">
      <vt:lpstr>等线</vt:lpstr>
      <vt:lpstr>等线 Light</vt:lpstr>
      <vt:lpstr>宋体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W.L.</dc:creator>
  <cp:lastModifiedBy>W.L.</cp:lastModifiedBy>
  <cp:revision>230</cp:revision>
  <dcterms:created xsi:type="dcterms:W3CDTF">2026-01-14T02:59:18Z</dcterms:created>
  <dcterms:modified xsi:type="dcterms:W3CDTF">2026-03-31T02:34:31Z</dcterms:modified>
</cp:coreProperties>
</file>