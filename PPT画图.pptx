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8" d="100"/>
          <a:sy n="158" d="100"/>
        </p:scale>
        <p:origin x="16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2026/04/02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4DC058CE-4E1A-CE5C-0B29-210F7D30C267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AF74B55-9CAD-1606-ED15-3676731F4BE4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37880E56-439D-3623-734F-166D14B9A507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913DAB9-D655-5DA2-C031-88903A3CC4CA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A0D5538B-DF7A-DE49-8ACE-232A1B0DB0E2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5466702E-2786-C399-34CD-02B6AD592CEC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850D8C88-5497-0FBF-9297-B90EA25D2E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24864884-1762-5DBC-84F3-CD66F3E19D3C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B336BE0A-3CEB-C0BA-41EE-AEE1D853ED4F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A21DF994-39CF-E5B1-DD19-802BA4F85C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7F11908-F8F2-B963-699E-303C38D49FA7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E0046AE-100B-50B5-DD6B-0341B2C80BE0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45E9A-A9D4-3F3D-C0F6-66EFB3CCC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23">
            <a:extLst>
              <a:ext uri="{FF2B5EF4-FFF2-40B4-BE49-F238E27FC236}">
                <a16:creationId xmlns:a16="http://schemas.microsoft.com/office/drawing/2014/main" id="{E01C5BC3-FAAE-D7FF-A82D-EEEFAA60C2CB}"/>
              </a:ext>
            </a:extLst>
          </p:cNvPr>
          <p:cNvGrpSpPr/>
          <p:nvPr/>
        </p:nvGrpSpPr>
        <p:grpSpPr>
          <a:xfrm>
            <a:off x="564337" y="941692"/>
            <a:ext cx="4452586" cy="4840842"/>
            <a:chOff x="564337" y="941692"/>
            <a:chExt cx="4452586" cy="484084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A0B204E7-288B-9401-5D4E-2F4D82006240}"/>
                </a:ext>
              </a:extLst>
            </p:cNvPr>
            <p:cNvSpPr/>
            <p:nvPr/>
          </p:nvSpPr>
          <p:spPr>
            <a:xfrm>
              <a:off x="564337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A97495B-9C42-B35F-256A-72101D59E833}"/>
                </a:ext>
              </a:extLst>
            </p:cNvPr>
            <p:cNvSpPr/>
            <p:nvPr/>
          </p:nvSpPr>
          <p:spPr>
            <a:xfrm>
              <a:off x="3964736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30E980-F925-9550-50B1-C1B873964855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090430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5A2C07A9-6773-B419-B8D7-5265C396458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4490830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D9F080D7-C665-8DA8-BFCA-735EF3EC9839}"/>
                </a:ext>
              </a:extLst>
            </p:cNvPr>
            <p:cNvGrpSpPr/>
            <p:nvPr/>
          </p:nvGrpSpPr>
          <p:grpSpPr>
            <a:xfrm>
              <a:off x="1090430" y="1887482"/>
              <a:ext cx="3400399" cy="393273"/>
              <a:chOff x="1090430" y="1887482"/>
              <a:chExt cx="3400399" cy="393273"/>
            </a:xfrm>
          </p:grpSpPr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6B489108-003E-4CEB-C3D4-EA0A84117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90430" y="2280755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B47BCB6-2352-6751-6BA6-B892E98EF02A}"/>
                  </a:ext>
                </a:extLst>
              </p:cNvPr>
              <p:cNvSpPr txBox="1"/>
              <p:nvPr/>
            </p:nvSpPr>
            <p:spPr>
              <a:xfrm>
                <a:off x="1398182" y="1887482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088F156-0BDC-91FD-F010-BF86271A98AA}"/>
                </a:ext>
              </a:extLst>
            </p:cNvPr>
            <p:cNvGrpSpPr/>
            <p:nvPr/>
          </p:nvGrpSpPr>
          <p:grpSpPr>
            <a:xfrm>
              <a:off x="1090429" y="3671813"/>
              <a:ext cx="3418146" cy="380442"/>
              <a:chOff x="1090429" y="2723273"/>
              <a:chExt cx="3418146" cy="380442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id="{81EC6F43-371C-A3FA-ED5D-87FDCED33E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90429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4BC7A910-6976-92E7-32ED-3890604BCB2A}"/>
                  </a:ext>
                </a:extLst>
              </p:cNvPr>
              <p:cNvSpPr txBox="1"/>
              <p:nvPr/>
            </p:nvSpPr>
            <p:spPr>
              <a:xfrm>
                <a:off x="1386950" y="2723273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1F192CA-BB96-E124-95C6-C8F82D4993FD}"/>
                </a:ext>
              </a:extLst>
            </p:cNvPr>
            <p:cNvSpPr txBox="1"/>
            <p:nvPr/>
          </p:nvSpPr>
          <p:spPr>
            <a:xfrm>
              <a:off x="1289874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4126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组合 13">
            <a:extLst>
              <a:ext uri="{FF2B5EF4-FFF2-40B4-BE49-F238E27FC236}">
                <a16:creationId xmlns:a16="http://schemas.microsoft.com/office/drawing/2014/main" id="{84CBB7BC-C87A-006B-D3E9-6A1CC4C67817}"/>
              </a:ext>
            </a:extLst>
          </p:cNvPr>
          <p:cNvGrpSpPr/>
          <p:nvPr/>
        </p:nvGrpSpPr>
        <p:grpSpPr>
          <a:xfrm>
            <a:off x="295654" y="948461"/>
            <a:ext cx="7878126" cy="4825053"/>
            <a:chOff x="271431" y="1790193"/>
            <a:chExt cx="7878126" cy="4825053"/>
          </a:xfrm>
        </p:grpSpPr>
        <p:grpSp>
          <p:nvGrpSpPr>
            <p:cNvPr id="1048727" name="组合 1048726">
              <a:extLst>
                <a:ext uri="{FF2B5EF4-FFF2-40B4-BE49-F238E27FC236}">
                  <a16:creationId xmlns:a16="http://schemas.microsoft.com/office/drawing/2014/main" id="{00AFEA98-E26E-253E-151A-6E1E2B4A7273}"/>
                </a:ext>
              </a:extLst>
            </p:cNvPr>
            <p:cNvGrpSpPr/>
            <p:nvPr/>
          </p:nvGrpSpPr>
          <p:grpSpPr>
            <a:xfrm>
              <a:off x="271431" y="1790193"/>
              <a:ext cx="3517921" cy="4825053"/>
              <a:chOff x="271431" y="1790193"/>
              <a:chExt cx="3517921" cy="4825053"/>
            </a:xfrm>
          </p:grpSpPr>
          <p:grpSp>
            <p:nvGrpSpPr>
              <p:cNvPr id="1048724" name="组合 1048723">
                <a:extLst>
                  <a:ext uri="{FF2B5EF4-FFF2-40B4-BE49-F238E27FC236}">
                    <a16:creationId xmlns:a16="http://schemas.microsoft.com/office/drawing/2014/main" id="{6CA1944F-44CF-A114-08FF-EF3C1D16020F}"/>
                  </a:ext>
                </a:extLst>
              </p:cNvPr>
              <p:cNvGrpSpPr/>
              <p:nvPr/>
            </p:nvGrpSpPr>
            <p:grpSpPr>
              <a:xfrm>
                <a:off x="271431" y="1790193"/>
                <a:ext cx="3517921" cy="4407815"/>
                <a:chOff x="271431" y="1790193"/>
                <a:chExt cx="3517921" cy="3823153"/>
              </a:xfrm>
            </p:grpSpPr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18243E1-E12D-1E09-900A-9CC0B320808B}"/>
                    </a:ext>
                  </a:extLst>
                </p:cNvPr>
                <p:cNvSpPr/>
                <p:nvPr/>
              </p:nvSpPr>
              <p:spPr>
                <a:xfrm>
                  <a:off x="271431" y="1802649"/>
                  <a:ext cx="831317" cy="404780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终端</a:t>
                  </a:r>
                </a:p>
              </p:txBody>
            </p:sp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1DEBD010-7EAB-66C9-72C3-8C39FC197F92}"/>
                    </a:ext>
                  </a:extLst>
                </p:cNvPr>
                <p:cNvSpPr/>
                <p:nvPr/>
              </p:nvSpPr>
              <p:spPr>
                <a:xfrm>
                  <a:off x="2958035" y="1790193"/>
                  <a:ext cx="831317" cy="417236"/>
                </a:xfrm>
                <a:prstGeom prst="rect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  <a:cs typeface="+mn-cs"/>
                    </a:rPr>
                    <a:t>基站</a:t>
                  </a:r>
                </a:p>
              </p:txBody>
            </p:sp>
            <p:cxnSp>
              <p:nvCxnSpPr>
                <p:cNvPr id="5" name="直接箭头连接符 4">
                  <a:extLst>
                    <a:ext uri="{FF2B5EF4-FFF2-40B4-BE49-F238E27FC236}">
                      <a16:creationId xmlns:a16="http://schemas.microsoft.com/office/drawing/2014/main" id="{2DB7C4C2-6491-E0A1-98A3-2212D0526D81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>
                <a:xfrm flipH="1">
                  <a:off x="687089" y="2207429"/>
                  <a:ext cx="1" cy="3405917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cxnSp>
              <p:nvCxnSpPr>
                <p:cNvPr id="6" name="直接箭头连接符 5">
                  <a:extLst>
                    <a:ext uri="{FF2B5EF4-FFF2-40B4-BE49-F238E27FC236}">
                      <a16:creationId xmlns:a16="http://schemas.microsoft.com/office/drawing/2014/main" id="{7A5F4AEB-23CC-2811-1408-2831254C5934}"/>
                    </a:ext>
                  </a:extLst>
                </p:cNvPr>
                <p:cNvCxnSpPr>
                  <a:cxnSpLocks/>
                  <a:stCxn id="4" idx="2"/>
                </p:cNvCxnSpPr>
                <p:nvPr/>
              </p:nvCxnSpPr>
              <p:spPr>
                <a:xfrm>
                  <a:off x="3373694" y="2207428"/>
                  <a:ext cx="28040" cy="3405918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none"/>
                </a:ln>
                <a:effectLst/>
              </p:spPr>
            </p:cxnSp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75D44EFA-A3C7-DEB8-BB23-DA4838E2E710}"/>
                    </a:ext>
                  </a:extLst>
                </p:cNvPr>
                <p:cNvGrpSpPr/>
                <p:nvPr/>
              </p:nvGrpSpPr>
              <p:grpSpPr>
                <a:xfrm>
                  <a:off x="687089" y="2416534"/>
                  <a:ext cx="2686604" cy="417235"/>
                  <a:chOff x="1090430" y="1851644"/>
                  <a:chExt cx="3400399" cy="441011"/>
                </a:xfrm>
              </p:grpSpPr>
              <p:cxnSp>
                <p:nvCxnSpPr>
                  <p:cNvPr id="12" name="直接箭头连接符 11">
                    <a:extLst>
                      <a:ext uri="{FF2B5EF4-FFF2-40B4-BE49-F238E27FC236}">
                        <a16:creationId xmlns:a16="http://schemas.microsoft.com/office/drawing/2014/main" id="{511AD602-D636-4C2B-F133-30D11622B5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90430" y="2280755"/>
                    <a:ext cx="3400399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5C90ADE1-D60A-51F6-A7F3-F67204CDF186}"/>
                      </a:ext>
                    </a:extLst>
                  </p:cNvPr>
                  <p:cNvSpPr txBox="1"/>
                  <p:nvPr/>
                </p:nvSpPr>
                <p:spPr>
                  <a:xfrm>
                    <a:off x="1098878" y="1851644"/>
                    <a:ext cx="3267270" cy="441011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MsgA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：前导</a:t>
                    </a:r>
                    <a:r>
                      <a:rPr kumimoji="0" lang="en-US" altLang="zh-CN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+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短数据报文</a:t>
                    </a:r>
                  </a:p>
                </p:txBody>
              </p:sp>
            </p:grpSp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E8647E40-2EB7-1732-7A48-C1F7602211FB}"/>
                    </a:ext>
                  </a:extLst>
                </p:cNvPr>
                <p:cNvGrpSpPr/>
                <p:nvPr/>
              </p:nvGrpSpPr>
              <p:grpSpPr>
                <a:xfrm>
                  <a:off x="687088" y="4104669"/>
                  <a:ext cx="2700626" cy="417236"/>
                  <a:chOff x="1090429" y="2687435"/>
                  <a:chExt cx="3418146" cy="441012"/>
                </a:xfrm>
              </p:grpSpPr>
              <p:cxnSp>
                <p:nvCxnSpPr>
                  <p:cNvPr id="10" name="直接箭头连接符 9">
                    <a:extLst>
                      <a:ext uri="{FF2B5EF4-FFF2-40B4-BE49-F238E27FC236}">
                        <a16:creationId xmlns:a16="http://schemas.microsoft.com/office/drawing/2014/main" id="{045FDC4D-A388-E889-F6E9-051591D226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1090429" y="3103715"/>
                    <a:ext cx="3418146" cy="0"/>
                  </a:xfrm>
                  <a:prstGeom prst="straightConnector1">
                    <a:avLst/>
                  </a:prstGeom>
                  <a:noFill/>
                  <a:ln w="15875" cap="flat" cmpd="sng" algn="ctr">
                    <a:solidFill>
                      <a:sysClr val="windowText" lastClr="000000"/>
                    </a:solidFill>
                    <a:prstDash val="solid"/>
                    <a:miter lim="800000"/>
                    <a:tailEnd type="triangle"/>
                  </a:ln>
                  <a:effectLst/>
                </p:spPr>
              </p:cxn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F293189-EBB4-AE0E-D51F-1A71D1ABA6D5}"/>
                      </a:ext>
                    </a:extLst>
                  </p:cNvPr>
                  <p:cNvSpPr txBox="1"/>
                  <p:nvPr/>
                </p:nvSpPr>
                <p:spPr>
                  <a:xfrm>
                    <a:off x="1386950" y="2687435"/>
                    <a:ext cx="2865119" cy="441012"/>
                  </a:xfrm>
                  <a:prstGeom prst="rect">
                    <a:avLst/>
                  </a:prstGeom>
                  <a:noFill/>
                  <a:ln w="15875">
                    <a:noFill/>
                  </a:ln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marL="0" marR="0" lvl="0" indent="0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zh-CN" sz="1600" i="0" u="none" strike="noStrike" kern="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MsgB</a:t>
                    </a:r>
                    <a:r>
                      <a:rPr kumimoji="0" lang="zh-CN" altLang="en-US" sz="160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：竞争冲突解决</a:t>
                    </a:r>
                  </a:p>
                </p:txBody>
              </p:sp>
            </p:grpSp>
          </p:grp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58C6940A-C6CF-8D81-4C6F-81CB6320AE26}"/>
                  </a:ext>
                </a:extLst>
              </p:cNvPr>
              <p:cNvSpPr txBox="1"/>
              <p:nvPr/>
            </p:nvSpPr>
            <p:spPr>
              <a:xfrm>
                <a:off x="844667" y="6198011"/>
                <a:ext cx="2684083" cy="41723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两步</a:t>
                </a: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SDT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</p:grpSp>
        <p:grpSp>
          <p:nvGrpSpPr>
            <p:cNvPr id="1048728" name="组合 1048727">
              <a:extLst>
                <a:ext uri="{FF2B5EF4-FFF2-40B4-BE49-F238E27FC236}">
                  <a16:creationId xmlns:a16="http://schemas.microsoft.com/office/drawing/2014/main" id="{C0BE3B17-D634-90C8-77E7-F113CCEFA66A}"/>
                </a:ext>
              </a:extLst>
            </p:cNvPr>
            <p:cNvGrpSpPr/>
            <p:nvPr/>
          </p:nvGrpSpPr>
          <p:grpSpPr>
            <a:xfrm>
              <a:off x="3971036" y="1802648"/>
              <a:ext cx="4178521" cy="4812598"/>
              <a:chOff x="3971036" y="1802648"/>
              <a:chExt cx="4178521" cy="4812598"/>
            </a:xfrm>
          </p:grpSpPr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D7703C2-C0B0-0282-89B4-3B27D1FCFB6B}"/>
                  </a:ext>
                </a:extLst>
              </p:cNvPr>
              <p:cNvSpPr txBox="1"/>
              <p:nvPr/>
            </p:nvSpPr>
            <p:spPr>
              <a:xfrm>
                <a:off x="4466244" y="6200350"/>
                <a:ext cx="3188103" cy="41489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SAST </a:t>
                </a:r>
                <a:r>
                  <a:rPr kumimoji="0" lang="zh-CN" altLang="en-US" sz="16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随机接入过程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92FAD642-5C96-AD90-1F15-41EC903759C0}"/>
                  </a:ext>
                </a:extLst>
              </p:cNvPr>
              <p:cNvSpPr/>
              <p:nvPr/>
            </p:nvSpPr>
            <p:spPr>
              <a:xfrm>
                <a:off x="4464745" y="3794450"/>
                <a:ext cx="3207754" cy="2400012"/>
              </a:xfrm>
              <a:prstGeom prst="rect">
                <a:avLst/>
              </a:prstGeom>
              <a:solidFill>
                <a:srgbClr val="70AD47">
                  <a:lumMod val="20000"/>
                  <a:lumOff val="8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600" i="0" u="none" strike="noStrike" kern="0" cap="none" spc="0" normalizeH="0" baseline="0" noProof="0" dirty="0" err="1">
                  <a:ln>
                    <a:noFill/>
                  </a:ln>
                  <a:solidFill>
                    <a:srgbClr val="70AD47">
                      <a:lumMod val="20000"/>
                      <a:lumOff val="80000"/>
                    </a:srgbClr>
                  </a:solidFill>
                  <a:effectLst/>
                  <a:uLnTx/>
                  <a:uFillTx/>
                  <a:latin typeface="等线" panose="020F0502020204030204"/>
                  <a:ea typeface="等线" panose="02010600030101010101" pitchFamily="2" charset="-122"/>
                  <a:cs typeface="+mn-cs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5CC33F9-3FC2-EC65-B73D-E73577AEB1C5}"/>
                  </a:ext>
                </a:extLst>
              </p:cNvPr>
              <p:cNvSpPr/>
              <p:nvPr/>
            </p:nvSpPr>
            <p:spPr>
              <a:xfrm>
                <a:off x="3971036" y="1802648"/>
                <a:ext cx="987423" cy="464809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终端</a:t>
                </a: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978E6BC-8278-4C0C-323D-F195742FA7C9}"/>
                  </a:ext>
                </a:extLst>
              </p:cNvPr>
              <p:cNvSpPr/>
              <p:nvPr/>
            </p:nvSpPr>
            <p:spPr>
              <a:xfrm>
                <a:off x="7162134" y="1803714"/>
                <a:ext cx="987423" cy="463742"/>
              </a:xfrm>
              <a:prstGeom prst="rect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基站</a:t>
                </a:r>
              </a:p>
            </p:txBody>
          </p: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5ECCFCA9-4536-8B92-1AD0-89BFAB921E09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4464747" y="2267457"/>
                <a:ext cx="1" cy="393055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413264CB-B56F-4429-8864-39CA503B708C}"/>
                  </a:ext>
                </a:extLst>
              </p:cNvPr>
              <p:cNvCxnSpPr>
                <a:cxnSpLocks/>
                <a:stCxn id="17" idx="2"/>
              </p:cNvCxnSpPr>
              <p:nvPr/>
            </p:nvCxnSpPr>
            <p:spPr>
              <a:xfrm>
                <a:off x="7655846" y="2267456"/>
                <a:ext cx="33306" cy="3930551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none"/>
              </a:ln>
              <a:effectLst/>
            </p:spPr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60EA151-7D48-6BB3-D06E-8A2846A8CC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2964061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6D91061-D58C-4920-752D-06811C8630AF}"/>
                  </a:ext>
                </a:extLst>
              </p:cNvPr>
              <p:cNvSpPr txBox="1"/>
              <p:nvPr/>
            </p:nvSpPr>
            <p:spPr>
              <a:xfrm>
                <a:off x="4753556" y="2372316"/>
                <a:ext cx="2688766" cy="833760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MsgA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</a:t>
                </a: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+</a:t>
                </a: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短数据报文</a:t>
                </a:r>
              </a:p>
            </p:txBody>
          </p:sp>
          <p:grpSp>
            <p:nvGrpSpPr>
              <p:cNvPr id="22" name="组合 21">
                <a:extLst>
                  <a:ext uri="{FF2B5EF4-FFF2-40B4-BE49-F238E27FC236}">
                    <a16:creationId xmlns:a16="http://schemas.microsoft.com/office/drawing/2014/main" id="{B2CC2725-8ADA-5F44-C313-18E51F084799}"/>
                  </a:ext>
                </a:extLst>
              </p:cNvPr>
              <p:cNvGrpSpPr/>
              <p:nvPr/>
            </p:nvGrpSpPr>
            <p:grpSpPr>
              <a:xfrm>
                <a:off x="4464746" y="3103346"/>
                <a:ext cx="3207753" cy="482703"/>
                <a:chOff x="6878556" y="2723222"/>
                <a:chExt cx="3418146" cy="442109"/>
              </a:xfrm>
            </p:grpSpPr>
            <p:cxnSp>
              <p:nvCxnSpPr>
                <p:cNvPr id="1048708" name="直接箭头连接符 1048707">
                  <a:extLst>
                    <a:ext uri="{FF2B5EF4-FFF2-40B4-BE49-F238E27FC236}">
                      <a16:creationId xmlns:a16="http://schemas.microsoft.com/office/drawing/2014/main" id="{C5FC8E52-F089-06B4-5C1C-2855A79530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9" name="文本框 1048708">
                  <a:extLst>
                    <a:ext uri="{FF2B5EF4-FFF2-40B4-BE49-F238E27FC236}">
                      <a16:creationId xmlns:a16="http://schemas.microsoft.com/office/drawing/2014/main" id="{77ADABBD-B2EA-2FDE-435C-9D112A237D0B}"/>
                    </a:ext>
                  </a:extLst>
                </p:cNvPr>
                <p:cNvSpPr txBox="1"/>
                <p:nvPr/>
              </p:nvSpPr>
              <p:spPr>
                <a:xfrm>
                  <a:off x="7175077" y="2723222"/>
                  <a:ext cx="2865119" cy="442109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MsgB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：竞争冲突解决</a:t>
                  </a:r>
                </a:p>
              </p:txBody>
            </p:sp>
          </p:grpSp>
          <p:cxnSp>
            <p:nvCxnSpPr>
              <p:cNvPr id="24" name="直接箭头连接符 23">
                <a:extLst>
                  <a:ext uri="{FF2B5EF4-FFF2-40B4-BE49-F238E27FC236}">
                    <a16:creationId xmlns:a16="http://schemas.microsoft.com/office/drawing/2014/main" id="{1BF964D9-2BD4-69E1-05A4-F2E85428BE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4501279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513D7BA-1B07-5C20-BA0C-44DB3974FB38}"/>
                  </a:ext>
                </a:extLst>
              </p:cNvPr>
              <p:cNvSpPr txBox="1"/>
              <p:nvPr/>
            </p:nvSpPr>
            <p:spPr>
              <a:xfrm>
                <a:off x="4724239" y="4120650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xmlns:a16="http://schemas.microsoft.com/office/drawing/2014/main" id="{45C29258-4706-E7D3-DAA1-383ED3EEFBA9}"/>
                  </a:ext>
                </a:extLst>
              </p:cNvPr>
              <p:cNvGrpSpPr/>
              <p:nvPr/>
            </p:nvGrpSpPr>
            <p:grpSpPr>
              <a:xfrm>
                <a:off x="4464746" y="4279905"/>
                <a:ext cx="3207753" cy="833761"/>
                <a:chOff x="6878556" y="2592734"/>
                <a:chExt cx="3418146" cy="763645"/>
              </a:xfrm>
            </p:grpSpPr>
            <p:cxnSp>
              <p:nvCxnSpPr>
                <p:cNvPr id="1048706" name="直接箭头连接符 1048705">
                  <a:extLst>
                    <a:ext uri="{FF2B5EF4-FFF2-40B4-BE49-F238E27FC236}">
                      <a16:creationId xmlns:a16="http://schemas.microsoft.com/office/drawing/2014/main" id="{CB3790E5-8E07-27D0-A754-9A30EF774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7" name="文本框 1048706">
                  <a:extLst>
                    <a:ext uri="{FF2B5EF4-FFF2-40B4-BE49-F238E27FC236}">
                      <a16:creationId xmlns:a16="http://schemas.microsoft.com/office/drawing/2014/main" id="{576D07C3-63FB-5657-AFAF-C1A69973BD4E}"/>
                    </a:ext>
                  </a:extLst>
                </p:cNvPr>
                <p:cNvSpPr txBox="1"/>
                <p:nvPr/>
              </p:nvSpPr>
              <p:spPr>
                <a:xfrm>
                  <a:off x="7175077" y="2592734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93E11428-BB33-07C4-AD61-88A8E65F78DB}"/>
                  </a:ext>
                </a:extLst>
              </p:cNvPr>
              <p:cNvSpPr txBox="1"/>
              <p:nvPr/>
            </p:nvSpPr>
            <p:spPr>
              <a:xfrm>
                <a:off x="5642253" y="4827479"/>
                <a:ext cx="664899" cy="482703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宋体" panose="02010600030101010101" pitchFamily="2" charset="-122"/>
                    <a:ea typeface="宋体" panose="02010600030101010101" pitchFamily="2" charset="-122"/>
                  </a:rPr>
                  <a:t>…</a:t>
                </a:r>
                <a:endParaRPr kumimoji="0" lang="zh-CN" altLang="en-US" sz="16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6D01AEE-1072-C0B3-7F12-98D31D285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64747" y="5561463"/>
                <a:ext cx="3191098" cy="0"/>
              </a:xfrm>
              <a:prstGeom prst="straightConnector1">
                <a:avLst/>
              </a:prstGeom>
              <a:noFill/>
              <a:ln w="15875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770DAFAA-6E4C-31C3-467D-3E09F6191852}"/>
                  </a:ext>
                </a:extLst>
              </p:cNvPr>
              <p:cNvSpPr txBox="1"/>
              <p:nvPr/>
            </p:nvSpPr>
            <p:spPr>
              <a:xfrm>
                <a:off x="4724239" y="5180834"/>
                <a:ext cx="2688766" cy="482703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</a:rPr>
                  <a:t>连续短数据报文</a:t>
                </a: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7FF12298-4A4A-FD41-0C98-F014A279A05D}"/>
                  </a:ext>
                </a:extLst>
              </p:cNvPr>
              <p:cNvGrpSpPr/>
              <p:nvPr/>
            </p:nvGrpSpPr>
            <p:grpSpPr>
              <a:xfrm>
                <a:off x="4464746" y="5340093"/>
                <a:ext cx="3207753" cy="833761"/>
                <a:chOff x="6878556" y="2592737"/>
                <a:chExt cx="3418146" cy="763645"/>
              </a:xfrm>
            </p:grpSpPr>
            <p:cxnSp>
              <p:nvCxnSpPr>
                <p:cNvPr id="1048704" name="直接箭头连接符 1048703">
                  <a:extLst>
                    <a:ext uri="{FF2B5EF4-FFF2-40B4-BE49-F238E27FC236}">
                      <a16:creationId xmlns:a16="http://schemas.microsoft.com/office/drawing/2014/main" id="{33980C8C-F934-C8E7-8A46-8DB4860BC6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556" y="3103715"/>
                  <a:ext cx="3418146" cy="0"/>
                </a:xfrm>
                <a:prstGeom prst="straightConnector1">
                  <a:avLst/>
                </a:prstGeom>
                <a:noFill/>
                <a:ln w="15875" cap="flat" cmpd="sng" algn="ctr">
                  <a:solidFill>
                    <a:sysClr val="windowText" lastClr="000000"/>
                  </a:solidFill>
                  <a:prstDash val="solid"/>
                  <a:miter lim="800000"/>
                  <a:tailEnd type="triangle"/>
                </a:ln>
                <a:effectLst/>
              </p:spPr>
            </p:cxnSp>
            <p:sp>
              <p:nvSpPr>
                <p:cNvPr id="1048705" name="文本框 1048704">
                  <a:extLst>
                    <a:ext uri="{FF2B5EF4-FFF2-40B4-BE49-F238E27FC236}">
                      <a16:creationId xmlns:a16="http://schemas.microsoft.com/office/drawing/2014/main" id="{35EFCCB7-D017-4C10-E46A-A3919DCB7831}"/>
                    </a:ext>
                  </a:extLst>
                </p:cNvPr>
                <p:cNvSpPr txBox="1"/>
                <p:nvPr/>
              </p:nvSpPr>
              <p:spPr>
                <a:xfrm>
                  <a:off x="7175077" y="2592737"/>
                  <a:ext cx="2865119" cy="763645"/>
                </a:xfrm>
                <a:prstGeom prst="rect">
                  <a:avLst/>
                </a:prstGeom>
                <a:noFill/>
                <a:ln w="15875">
                  <a:noFill/>
                </a:ln>
              </p:spPr>
              <p:txBody>
                <a:bodyPr wrap="square" rtlCol="0" anchor="ctr" anchorCtr="1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或</a:t>
                  </a:r>
                  <a:r>
                    <a:rPr kumimoji="0" lang="en-US" altLang="zh-CN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NACK</a:t>
                  </a:r>
                  <a:r>
                    <a:rPr kumimoji="0" lang="zh-CN" altLang="en-US" sz="1600" i="0" u="none" strike="noStrike" kern="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确认报文</a:t>
                  </a:r>
                </a:p>
              </p:txBody>
            </p:sp>
          </p:grp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DE08858C-7D03-2E2E-4C35-69BD44379867}"/>
                  </a:ext>
                </a:extLst>
              </p:cNvPr>
              <p:cNvSpPr/>
              <p:nvPr/>
            </p:nvSpPr>
            <p:spPr>
              <a:xfrm>
                <a:off x="4448092" y="3804890"/>
                <a:ext cx="1426791" cy="262530"/>
              </a:xfrm>
              <a:prstGeom prst="rect">
                <a:avLst/>
              </a:prstGeom>
              <a:noFill/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6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宋体" panose="02010600030101010101" pitchFamily="2" charset="-122"/>
                    <a:cs typeface="+mn-cs"/>
                  </a:rPr>
                  <a:t>连续传输阶段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67870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5073</TotalTime>
  <Words>898</Words>
  <Application>Microsoft Office PowerPoint</Application>
  <PresentationFormat>宽屏</PresentationFormat>
  <Paragraphs>265</Paragraphs>
  <Slides>15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232</cp:revision>
  <dcterms:created xsi:type="dcterms:W3CDTF">2026-01-14T02:59:18Z</dcterms:created>
  <dcterms:modified xsi:type="dcterms:W3CDTF">2026-04-02T10:08:43Z</dcterms:modified>
</cp:coreProperties>
</file>